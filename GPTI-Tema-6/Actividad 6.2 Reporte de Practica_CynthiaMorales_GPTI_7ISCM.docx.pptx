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A3C4E36C-0811-51C3-5C60-47D828EF07F0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Gestión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TI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6.2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03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2026.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3F0B0C6-69C5-5AB6-B6D4-DE1EE68177FA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41FF93A0-B046-7744-3C17-2A713CD1D0C0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FA264C4-D84D-B5E7-B1B8-48841853D883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CFFE77F6-4B3B-8AA8-BFED-337E1AA13C84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860A074-D63F-D325-CE52-DF7F0867AABF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FCF3723F-0A45-6E94-1EED-E2282B1A3A49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41B360A-4702-AAEF-E3CB-3FC9D946ABDF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277672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El seguimiento y control permite comparar lo planificado con el avance real de un proyecto de TI y detectar desviaciones a tiempo.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En esta práctica se dio seguimiento a tres proyectos de simulación: Corona, Banco Bansiso y Fábrica de galletas.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Para cada proyecto se utilizaron tres herramientas: un diagrama de Gantt para el cronograma, Jira para las historias de usuario y Trello como tablero Kanban.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Los datos de avance provienen de las capturas realizadas el 3 de octubre de 2026 y se presentan tal como aparecen en cada herramienta, sin asignar un resultado final a los proyectos.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251764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Dar seguimiento al cronograma permite identificar tareas atrasadas, dependencias afectadas y pendientes antes de la fecha de entrega.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Jira ofrece el detalle de cada historia (estado, prioridad y fechas); Trello muestra el flujo de trabajo de forma visual; el Gantt presenta la secuencia y las dependencias.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Usar las tres herramientas sobre los mismos proyectos permite contrastar la información y encontrar inconsistencias.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Los resultados sirven como insumo para la evaluación y el cierre de cada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2746247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232323"/>
                </a:solidFill>
                <a:latin typeface="Arial"/>
              </a:rPr>
              <a:t>OBJETIVO GENERAL: </a:t>
            </a:r>
            <a:r>
              <a:rPr sz="1700" b="0" i="0">
                <a:solidFill>
                  <a:srgbClr val="232323"/>
                </a:solidFill>
                <a:latin typeface="Arial"/>
              </a:rPr>
              <a:t>dar seguimiento al avance de los proyectos Corona, Banco Bansiso y Fábrica de galletas mediante diagramas de Gantt, Jira y Trello.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Registrar el estado de las actividades de cada proyecto (Por hacer, En curso y Listo).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Calcular el porcentaje de avance con base en las historias completadas.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Comparar la información de Jira y Trello para detectar diferencias.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Identificar actividades próximas a vencer y posibles riesgos para el cronograma.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Documentar lecciones aprendidas para el seguimiento de futuros proyectos.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Herramientas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3291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Herramienta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Uso en la práctica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Qué muestra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32323"/>
                          </a:solidFill>
                          <a:latin typeface="Arial"/>
                        </a:rPr>
                        <a:t>Diagrama de Gantt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32323"/>
                          </a:solidFill>
                          <a:latin typeface="Arial"/>
                        </a:rPr>
                        <a:t>Planificar y visualizar el cronograma de cada proyecto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32323"/>
                          </a:solidFill>
                          <a:latin typeface="Arial"/>
                        </a:rPr>
                        <a:t>Tareas, duración, dependencias entre tareas, recursos y línea de la fecha 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32323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32323"/>
                          </a:solidFill>
                          <a:latin typeface="Arial"/>
                        </a:rPr>
                        <a:t>Gestionar las historias de usuario dentro de una épica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32323"/>
                          </a:solidFill>
                          <a:latin typeface="Arial"/>
                        </a:rPr>
                        <a:t>Estado, prioridad, informador, fecha de inicio y fecha de vencimiento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32323"/>
                          </a:solidFill>
                          <a:latin typeface="Arial"/>
                        </a:rPr>
                        <a:t>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32323"/>
                          </a:solidFill>
                          <a:latin typeface="Arial"/>
                        </a:rPr>
                        <a:t>Tablero Kanban para el seguimiento visual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32323"/>
                          </a:solidFill>
                          <a:latin typeface="Arial"/>
                        </a:rPr>
                        <a:t>Tarjetas por columna (Por hacer, En proceso, Hecho) con sus fechas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Proyecto Corona: Gantt y Trello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789920" cy="15727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Objetivo: simular el proceso operativo y comercial de la empresa Corona (elaboración de cerveza, inventario, almacenamiento, distribución y ventas).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El Gantt contiene 7 tareas encadenadas por dependencias; la línea roja punteada marca la fecha actual.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El tablero de Trello tiene 11 tarjetas: 4 en Por hacer, 4 en En proceso (incluye la épica SC-11) y 3 en Hecho.</a:t>
            </a:r>
          </a:p>
        </p:txBody>
      </p:sp>
      <p:pic>
        <p:nvPicPr>
          <p:cNvPr id="7" name="Picture 6" descr="179106778770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5486400" cy="1761987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236707"/>
            <a:ext cx="548640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Diagrama de Gantt de Corona</a:t>
            </a:r>
          </a:p>
        </p:txBody>
      </p:sp>
      <p:pic>
        <p:nvPicPr>
          <p:cNvPr id="9" name="Picture 8" descr="179106891330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429000"/>
            <a:ext cx="5486400" cy="280915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45352" y="6283870"/>
            <a:ext cx="548640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Tablero de Trello de Corona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Proyecto Corona: Jira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15473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Épica SC-11 «Simulación Corona» en curso, con vencimiento el 18 de octubre de 2026.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3 historias en Listo (SC-1 a SC-3), 3 En curso (SC-4 a SC-6) y 4 Por hacer (SC-7 a SC-10).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Avance según Jira: 3 de 10 historias completadas = 30 %.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SC-4 y SC-5 vencen el 4 de octubre y siguen En curso; todas las historias aparecen sin responsable asignado.</a:t>
            </a:r>
          </a:p>
        </p:txBody>
      </p:sp>
      <p:pic>
        <p:nvPicPr>
          <p:cNvPr id="7" name="Picture 6" descr="179106785561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2743200"/>
            <a:ext cx="8778240" cy="3578674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706727" y="6358450"/>
            <a:ext cx="877824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Lista de actividades de Jira del proyecto Corona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Proyecto Banco Bansiso: Gantt y Trello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789920" cy="15727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Objetivo: simular el proceso de atención de un banco (llegada de clientes, fila FIFO, ventanillas y tiempo de espera).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El Gantt contiene 6 tareas encadenadas, con «Responsable del proyecto» y «Computadora» como recursos.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El tablero de Trello tiene 6 tarjetas (B01 a B06): 1 en Por hacer, 2 En proceso y 3 en Terminado; la columna Revisión no tiene tarjetas.</a:t>
            </a:r>
          </a:p>
        </p:txBody>
      </p:sp>
      <p:pic>
        <p:nvPicPr>
          <p:cNvPr id="7" name="Picture 6" descr="1791069023169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5486400" cy="1547122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021842"/>
            <a:ext cx="548640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Diagrama de Gantt de Banco Bansiso</a:t>
            </a:r>
          </a:p>
        </p:txBody>
      </p:sp>
      <p:pic>
        <p:nvPicPr>
          <p:cNvPr id="9" name="Picture 8" descr="179106813209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429000"/>
            <a:ext cx="5486400" cy="2796021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45352" y="6270741"/>
            <a:ext cx="548640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Tablero de Trello de Banco Bansiso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Proyecto Banco Bansiso: Jira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13187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Épica SBB-11 «Simulación Banco Bansiso» en curso, del 7 de septiembre al 11 de octubre de 2026.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3 historias en Listo (SBB-1 a SBB-3), 4 En curso (SBB-4 a SBB-7) y 3 Por hacer (SBB-8 a SBB-10).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Avance según Jira: 3 de 10 historias completadas = 30 %. Prioridad: 7 historias High y 3 Medium.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Las cuatro historias En curso vencen el 4 de octubre.</a:t>
            </a:r>
          </a:p>
        </p:txBody>
      </p:sp>
      <p:pic>
        <p:nvPicPr>
          <p:cNvPr id="7" name="Picture 6" descr="179106895964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2743200"/>
            <a:ext cx="8778240" cy="312417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706727" y="5903946"/>
            <a:ext cx="877824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Lista de actividades de Jira del proyecto Banco Bansiso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Proyecto Fábrica de galletas: Gantt y Trello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789920" cy="18013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Objetivo: simular los procesos de una fábrica de galletas (mezclado, amasado, moldeado, horneado, enfriamiento y empaque).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El Gantt contiene 7 tareas encadenadas; se asignaron Camunda Modeler (modelo BPMN) e IntelliJ IDEA (simulación).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El tablero de Trello tiene 11 tarjetas: 4 en Por hacer, 3 en En proceso (incluye la épica FDG-11) y 4 en Hecho.</a:t>
            </a:r>
          </a:p>
        </p:txBody>
      </p:sp>
      <p:pic>
        <p:nvPicPr>
          <p:cNvPr id="7" name="Picture 6" descr="1791069106025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5486400" cy="1595399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070119"/>
            <a:ext cx="548640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Diagrama de Gantt de Fábrica de galletas</a:t>
            </a:r>
          </a:p>
        </p:txBody>
      </p:sp>
      <p:pic>
        <p:nvPicPr>
          <p:cNvPr id="9" name="Picture 8" descr="179107004297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429000"/>
            <a:ext cx="5486400" cy="2686272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45352" y="6160992"/>
            <a:ext cx="548640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Tablero de Trello de Fábrica de galletas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Proyecto Fábrica de galletas: Jira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1547368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Épica FDG-11 «Simulación fábrica de galletas» en curso, del 23 de agosto al 4 de octubre de 2026.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4 historias en Listo (FDG-1 a FDG-4), 2 En curso (FDG-5 y FDG-6) y 4 Por hacer (FDG-7 a FDG-10).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Avance según Jira: 4 de 10 historias completadas = 40 %.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32323"/>
                </a:solidFill>
                <a:latin typeface="Arial"/>
              </a:rPr>
              <a:t>FDG-8, FDG-9 y FDG-10 vencen el 4 de octubre y siguen Por hacer; FDG-5, FDG-6 y FDG-7 tienen fecha vencida.</a:t>
            </a:r>
          </a:p>
        </p:txBody>
      </p:sp>
      <p:pic>
        <p:nvPicPr>
          <p:cNvPr id="7" name="Picture 6" descr="179106907378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2743200"/>
            <a:ext cx="8778240" cy="3078809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706727" y="5858585"/>
            <a:ext cx="877824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Lista de actividades de Jira del proyecto Fábrica de galletas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Estado comparativo de los tres 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37" cy="2377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1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4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14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Proyecto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Historias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Listo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En curso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Por hacer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Avance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Vence la épica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323"/>
                          </a:solidFill>
                          <a:latin typeface="Arial"/>
                        </a:rPr>
                        <a:t>Corona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18 oct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323"/>
                          </a:solidFill>
                          <a:latin typeface="Arial"/>
                        </a:rPr>
                        <a:t>Banco Bansiso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11 oct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32323"/>
                          </a:solidFill>
                          <a:latin typeface="Arial"/>
                        </a:rPr>
                        <a:t>Fábrica de galletas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40 %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32323"/>
                          </a:solidFill>
                          <a:latin typeface="Arial"/>
                        </a:rPr>
                        <a:t>4 oct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06240"/>
            <a:ext cx="10789920" cy="1371600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2323"/>
                </a:solidFill>
                <a:latin typeface="Arial"/>
              </a:rPr>
              <a:t>El avance se calculó como historias en Listo ÷ total de historias de Jira, sin contar la épica.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32323"/>
                </a:solidFill>
                <a:latin typeface="Arial"/>
              </a:rPr>
              <a:t>Fábrica de galletas es el proyecto con mayor avance, pero también el de vencimiento más cercano.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Diferencias detectadas entre Jira y Trello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9684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Proyecto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Trello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323"/>
                          </a:solidFill>
                          <a:latin typeface="Arial"/>
                        </a:rPr>
                        <a:t>Corona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SC-6 Registrar pedidos y ventas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Vence el 11 de 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28 de septiembre al 5 de octubre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323"/>
                          </a:solidFill>
                          <a:latin typeface="Arial"/>
                        </a:rPr>
                        <a:t>Corona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SC-11 Simulación Corona (épica)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Vence el 18 de 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7 de septiembre al 4 de octubre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323"/>
                          </a:solidFill>
                          <a:latin typeface="Arial"/>
                        </a:rPr>
                        <a:t>Banco Bansiso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Porcentaje de avance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10 historias: 30 %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6 tarjetas: 50 %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323"/>
                          </a:solidFill>
                          <a:latin typeface="Arial"/>
                        </a:rPr>
                        <a:t>Fábrica de galletas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FDG-7 Panel de configuración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Por hacer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Marcada como completada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323"/>
                          </a:solidFill>
                          <a:latin typeface="Arial"/>
                        </a:rPr>
                        <a:t>Fábrica de galletas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FDG-5 y FDG-6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En curso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Marcadas como completadas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323"/>
                          </a:solidFill>
                          <a:latin typeface="Arial"/>
                        </a:rPr>
                        <a:t>Fábrica de galletas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FDG-4 Simular el mezclado y amasado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6 al 19 de septiembre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323"/>
                          </a:solidFill>
                          <a:latin typeface="Arial"/>
                        </a:rPr>
                        <a:t>6 al 18 de agosto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Lecciones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Situación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Lección aprendida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Acción futura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Información duplicada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Registrar lo mismo en dos herramientas genera diferencias de estados y fechas.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Definir Jira como fuente principal y actualizar Trello al cambiar un estado.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Distinto nivel de detalle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Seis tarjetas y diez historias producen porcentajes de avance diferentes.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Usar la misma lista de actividades en ambas herramientas.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Fechas de vencimiento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Varias historias vencen el mismo día (4 de octubre).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Revisar el avance con anticipación y priorizar.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Responsables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Las historias aparecen sin persona asignada en Jira.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Asignar un responsable a cada historia.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Arial"/>
                        </a:rPr>
                        <a:t>Dependencias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En el Gantt las tareas están encadenadas; un atraso desplaza las siguientes.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Arial"/>
                        </a:rPr>
                        <a:t>Analizar el impacto antes de mover fechas.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64008"/>
          </a:xfrm>
          <a:prstGeom prst="rect">
            <a:avLst/>
          </a:prstGeom>
          <a:solidFill>
            <a:srgbClr val="2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lIns="137160" rIns="1371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3409187"/>
          </a:xfrm>
          <a:prstGeom prst="rect">
            <a:avLst/>
          </a:prstGeom>
          <a:solidFill>
            <a:srgbClr val="FFFFFF"/>
          </a:solidFill>
          <a:ln w="22225">
            <a:solidFill>
              <a:srgbClr val="2EB5C9"/>
            </a:solidFill>
          </a:ln>
        </p:spPr>
        <p:txBody>
          <a:bodyPr wrap="square" lIns="137160" rIns="13716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El seguimiento con Gantt, Jira y Trello permitió conocer el estado de Corona (30 %), Banco Bansiso (30 %) y Fábrica de galletas (40 %).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Las tres herramientas se complementan: el Gantt muestra la secuencia, Jira el detalle de cada historia y Trello el flujo de trabajo.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Se detectaron diferencias de estados, fechas y porcentajes entre Jira y Trello que deben corregirse para tener un reporte confiable.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Nueve historias vencen el 4 de octubre sin estar terminadas, por lo que requieren atención prioritaria.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232323"/>
                </a:solidFill>
                <a:latin typeface="Arial"/>
              </a:rPr>
              <a:t>Los porcentajes corresponden al avance registrado; el cierre de cada proyecto debe sustentarse con pruebas, resultados y documentación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1435</Words>
  <Application>Microsoft Office PowerPoint</Application>
  <PresentationFormat>Panorámica</PresentationFormat>
  <Paragraphs>187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Cynthia</dc:creator>
  <cp:keywords/>
  <dc:description>generated using python-pptx</dc:description>
  <cp:lastModifiedBy>Jasmine Morales</cp:lastModifiedBy>
  <cp:revision>9</cp:revision>
  <dcterms:created xsi:type="dcterms:W3CDTF">2013-01-27T09:14:16Z</dcterms:created>
  <dcterms:modified xsi:type="dcterms:W3CDTF">2026-10-04T00:17:09Z</dcterms:modified>
  <cp:category/>
</cp:coreProperties>
</file>