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ynthia21Morales/GPTI_CynthiaJasmineMT/blob/main/GPTI-Tema-6/Actividad%206.3%20Banco%20de%20Ejercicios_CynthiaMorales_GPTI_7ISCM.docx.ppt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DD81888A-4D08-6ACD-27BE-5E300A927B8E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4.3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04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2026.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E21617B-6362-A7AE-EF20-3C804239ECF2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57FAE371-2AB5-D0CB-7DA0-45B39CC2B532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A4D3DCDE-BECE-2B58-5D4A-C5AEEC4A3894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303E4BD8-7963-65B3-C4DC-80CA47D8D54B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1C12249-8241-C35D-81E0-5CC84282DDA3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8F59C7A9-69D3-53D6-F060-2D8311BB8574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77E883A-3E44-E97F-F3B4-5A34353CF042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Estado de las historias en Jira: Corona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66648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Con la lista de Jira de Corona, clasificar las historias por estado y calcular el porcentaje de avance.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Listo: SC-1, SC-2 y SC-3 (3 historias).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En curso: SC-4, SC-5 y SC-6 (3 historias).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Por hacer: SC-7, SC-8, SC-9 y SC-10 (4 historias).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La épica SC-11 «Simulación Corona» está en curso y no se cuenta como historia.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Avance = 3 ÷ 10 × 100 = 30 %.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Corona lleva 30 % de avance según Jira.</a:t>
            </a:r>
          </a:p>
        </p:txBody>
      </p:sp>
      <p:pic>
        <p:nvPicPr>
          <p:cNvPr id="6" name="Picture 5" descr="179106785561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2124837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359277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Jira: Corona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Tablero de Trello: Corona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95604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Interpretar el tablero de Trello de Corona y verificar si coincide con Jira.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Por hacer (4): SC-7, SC-8, SC-9 y SC-10.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En proceso (4): SC-4, SC-5, SC-6 y SC-11 (la épica).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Hecho (3): SC-1, SC-2 y SC-3.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Los estados coinciden con los de Jira.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Diferencia: SC-6 aparece del 28 de septiembre al 5 de octubre en Trello, pero en Jira vence el 11 de octubre.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los estados son consistentes, pero la fecha de SC-6 debe corregirse para que ambas herramientas coincidan.</a:t>
            </a:r>
          </a:p>
        </p:txBody>
      </p:sp>
      <p:pic>
        <p:nvPicPr>
          <p:cNvPr id="6" name="Picture 5" descr="179106891330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2668693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903133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Trello: Corona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Diagrama de Gantt: Corona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54589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Explicar qué información aporta el Gantt de Corona y qué ocurre si una tarea se retrasa.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Muestra 7 tareas en barras, unidas por flechas que indican dependencias.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La línea roja punteada señala la fecha actual (inicio de octubre).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Cada tarea indica su responsable o recursos asignados (por ejemplo «Responsable del proyecto» y «R; C; H»).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Si una tarea se retrasa, las tareas sucesoras enlazadas se desplazan y también la fecha final.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el Gantt permite ver la secuencia del proyecto y anticipar el impacto de un retraso.</a:t>
            </a:r>
          </a:p>
        </p:txBody>
      </p:sp>
      <p:pic>
        <p:nvPicPr>
          <p:cNvPr id="6" name="Picture 5" descr="179106778770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167388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2908328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Gantt: Corona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Estado de las historias en Jira: Banco Bansiso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95604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Con la lista de Jira de Banco Bansiso, determinar el avance y las historias que vencen primero.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Listo: SBB-1, SBB-2 y SBB-3 (3 historias).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En curso: SBB-4, SBB-5, SBB-6 y SBB-7 (4 historias); vencen el 4 de octubre.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Por hacer: SBB-8, SBB-9 y SBB-10 (3 historias); vencen el 11 de octubre.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Avance = 3 ÷ 10 × 100 = 30 %.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Prioridad: 7 historias High y 3 Medium.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Banco Bansiso lleva 30 % de avance y tiene 4 historias en curso que vencen el 4 de octubre.</a:t>
            </a:r>
          </a:p>
        </p:txBody>
      </p:sp>
      <p:pic>
        <p:nvPicPr>
          <p:cNvPr id="6" name="Picture 5" descr="179106895964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1854976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089416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Jira: Banco Bansiso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Tablero de Trello: Banco Bansiso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87984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Calcular el avance según Trello y explicar por qué difiere del avance en Jira.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Trello tiene 6 tarjetas (B01 a B06): 3 en Terminado, 2 en En proceso y 1 en Por hacer; Revisión no tiene tarjetas.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Avance en Trello = 3 ÷ 6 × 100 = 50 %.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Avance en Jira = 3 ÷ 10 × 100 = 30 %.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La diferencia se debe al nivel de detalle: Trello agrupa el trabajo en 6 etapas y Jira lo divide en 10 historias.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para reportar un solo avance se debe usar la misma lista de actividades en ambas herramientas.</a:t>
            </a:r>
          </a:p>
        </p:txBody>
      </p:sp>
      <p:pic>
        <p:nvPicPr>
          <p:cNvPr id="6" name="Picture 5" descr="179106813209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265622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890660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Trello: Banco Bansiso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Diagrama de Gantt: Banco Bansiso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516940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Analizar el Gantt de Banco Bansiso e indicar cómo se relacionan sus tareas.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Presenta 6 tareas con dependencias marcadas por flechas.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Las dos primeras tareas inician el mismo día; las siguientes dependen de tareas anteriores.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Los recursos asignados son «Responsable del proyecto», «Computadora» y R; C; J.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Un retraso en una tarea intermedia desplaza las tareas siguientes y puede afectar la fecha de la épica (11 de octubre).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el proyecto es secuencial, por lo que los retrasos se acumulan hasta la entrega.</a:t>
            </a:r>
          </a:p>
        </p:txBody>
      </p:sp>
      <p:pic>
        <p:nvPicPr>
          <p:cNvPr id="6" name="Picture 5" descr="179106902316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1469766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2704206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Gantt: Banco Bansiso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Estado de las historias en Jira: Fábrica de galletas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87984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Clasificar las historias de Fábrica de galletas por estado e identificar las que tienen fecha vencida.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Listo: FDG-1, FDG-2, FDG-3 y FDG-4 (4 historias).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En curso: FDG-5 y FDG-6 (2 historias); vencían el 19 de septiembre.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Por hacer: FDG-7, FDG-8, FDG-9 y FDG-10 (4 historias); FDG-7 venció el 26 de septiembre.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Avance = 4 ÷ 10 × 100 = 40 %.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el proyecto lleva 40 % de avance y tres historias (FDG-5, FDG-6 y FDG-7) con fecha de vencimiento ya pasada.</a:t>
            </a:r>
          </a:p>
        </p:txBody>
      </p:sp>
      <p:pic>
        <p:nvPicPr>
          <p:cNvPr id="6" name="Picture 5" descr="179106907378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1828043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062483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Jira: Fábrica de galletas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Tablero de Trello: Fábrica de galletas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487984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Comparar Trello con Jira e identificar las inconsistencias.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Trello: 4 en Por hacer, 3 en En proceso (incluye la épica FDG-11) y 4 en Hecho.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FDG-7 está marcada como completada en Trello, pero en Jira sigue Por hacer.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FDG-5 y FDG-6 tienen marca de completadas en Trello, pero en Jira están En curso.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FDG-4 aparece del 6 al 18 de agosto en Trello; en Jira es del 6 al 19 de septiembre.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las dos herramientas no muestran el mismo estado ni las mismas fechas; deben actualizarse para coincidir.</a:t>
            </a:r>
          </a:p>
        </p:txBody>
      </p:sp>
      <p:pic>
        <p:nvPicPr>
          <p:cNvPr id="6" name="Picture 5" descr="179107004297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255195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3786398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Trello: Fábrica de galletas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Diagrama de Gantt: Fábrica de galletas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126480" cy="582472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Identificar las herramientas asignadas en el Gantt y la secuencia del proyecto.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Presenta 7 tareas encadenadas por dependencias.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Todas tienen como recurso al «Responsable del proyecto».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Camunda Modeler está asignado a la tarea de diseño del modelo BPMN.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IntelliJ IDEA está asignado a tres tareas de simulación.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32323"/>
                </a:solidFill>
                <a:latin typeface="Arial"/>
              </a:rPr>
              <a:t>• La épica FDG-11 va del 23 de agosto al 4 de octubre; la línea roja de fecha actual está cerca del final.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32323"/>
                </a:solidFill>
                <a:latin typeface="Arial"/>
              </a:rPr>
              <a:t>RESULTADO: el modelado se realiza en Camunda Modeler, la simulación en IntelliJ IDEA y la fecha límite está próxima.</a:t>
            </a:r>
          </a:p>
        </p:txBody>
      </p:sp>
      <p:pic>
        <p:nvPicPr>
          <p:cNvPr id="6" name="Picture 5" descr="1791069106025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88720"/>
            <a:ext cx="5212080" cy="1515629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29400" y="2750069"/>
            <a:ext cx="521208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Gantt: Fábrica de galletas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Actividades próximas a vencer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70636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A partir de las listas de Jira, identificar las historias que vencen el 4 de octubre y no están en Listo.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Corona: SC-4 y SC-5 (En curso).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Banco Bansiso: SBB-4, SBB-5, SBB-6 y SBB-7 (En curso).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Fábrica de galletas: FDG-8, FDG-9 y FDG-10 (Por hacer).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Total: 2 + 4 + 3 = 9 historias.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RESULTADO: nueve historias corren riesgo de retraso; se debe priorizar su revisión, empezando por las tres de Fábrica de galletas que aún están Por hacer.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Lección aprendida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77900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Registrar una lección aprendida a partir de las diferencias entre Jira y Trello.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SOLUCIÓN: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Situación: el estado y las fechas de una misma actividad difieren entre herramientas.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Problema: porcentajes de avance distintos (30 % y 50 % en Banco Bansiso) y tarjetas completadas en Trello que siguen pendientes en Jira.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Causa: actualización manual por separado y distinto nivel de detalle.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Impacto: reportes poco confiables y riesgo de tomar decisiones equivocadas.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Lección aprendida: mantener una sola lista de actividades y definir una fuente principal de información.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232323"/>
                </a:solidFill>
                <a:latin typeface="Arial"/>
              </a:rPr>
              <a:t>• Acción futura: actualizar Trello cuando cambie el estado en Jira y revisar ambas antes de cada reporte.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32323"/>
                </a:solidFill>
                <a:latin typeface="Arial"/>
              </a:rPr>
              <a:t>RESULTADO: este ejercicio se relaciona con los tableros de Banco Bansiso y Fábrica de galletas.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Cuadro comparativo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Corona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Banco Bansiso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Fábrica de galletas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Proceso simulado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Elaboración de cerveza, inventario, distribución y ventas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Atención de clientes: llegada, fila FIFO y ventanillas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Mezclado, amasado, moldeado, horneado, enfriamiento y empaque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Historias en 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10 (clave SC)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10 (clave SBB)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10 (clave FDG)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Listo / En curso / Por hacer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3 / 3 /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3 / 4 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4 / 2 /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Avance según 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40 %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Tareas en el Gantt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Recursos en el Gantt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Responsable del proyecto; R; C;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Responsable del proyecto; Computadora; R; C; 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Responsable del proyecto; Camunda Modeler; IntelliJ IDEA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Trello (Por hacer / En proceso / Hecho)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4 / 4 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 / 2 / 3 (6 tarjetas)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4 / 3 /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Vencimiento de la épica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18 de octubre de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11 de octubre de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4 de octubre de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Inconsistencia detectada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Fecha de SC-6 distinta entre Jira y 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Avance de 30 % en Jira y 50 % en 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Estados y fechas distintos en FDG-4, FDG-5, FDG-6 y FDG-7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Resultado y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16940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232323"/>
                </a:solidFill>
                <a:latin typeface="Arial"/>
              </a:rPr>
              <a:t>RESULTADOS: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232323"/>
                </a:solidFill>
                <a:latin typeface="Arial"/>
              </a:rPr>
              <a:t>• Se clasificaron las historias de Jira de los tres proyectos por estado y se calculó su avance (30 %, 30 % y 40 %).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232323"/>
                </a:solidFill>
                <a:latin typeface="Arial"/>
              </a:rPr>
              <a:t>• Se interpretaron los tableros de Trello y los diagramas de Gantt de cada proyecto.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232323"/>
                </a:solidFill>
                <a:latin typeface="Arial"/>
              </a:rPr>
              <a:t>• Se compararon Jira y Trello y se detectaron diferencias de estados, fechas y porcentajes.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232323"/>
                </a:solidFill>
                <a:latin typeface="Arial"/>
              </a:rPr>
              <a:t>• Se identificaron 9 historias que vencen el 4 de octubre sin estar terminadas.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232323"/>
                </a:solidFill>
                <a:latin typeface="Arial"/>
              </a:rPr>
              <a:t>• Se registró una lección aprendida sobre la sincronización de herramientas.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32323"/>
                </a:solidFill>
                <a:latin typeface="Arial"/>
              </a:rPr>
              <a:t>CONCLUSIÓN</a:t>
            </a:r>
          </a:p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Arial"/>
              </a:rPr>
              <a:t>Dar seguimiento a un proyecto de TI con Gantt, Jira y Trello permite conocer su avance real, detectar atrasos y encontrar inconsistencias. Para que el reporte sea confiable, las herramientas deben mantenerse sincronizadas y el cierre de cada proyecto debe sustentarse con pruebas, resultados y documentación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hlinkClick r:id="rId2"/>
            <a:extLst>
              <a:ext uri="{FF2B5EF4-FFF2-40B4-BE49-F238E27FC236}">
                <a16:creationId xmlns:a16="http://schemas.microsoft.com/office/drawing/2014/main" id="{553AD81D-11A1-8917-C8B7-FF39BEF7AFD3}"/>
              </a:ext>
            </a:extLst>
          </p:cNvPr>
          <p:cNvSpPr txBox="1"/>
          <p:nvPr/>
        </p:nvSpPr>
        <p:spPr>
          <a:xfrm>
            <a:off x="576943" y="1894113"/>
            <a:ext cx="10940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https://github.com/Cynthia21Morales/GPTI_CynthiaJasmineMT/blob/main/GPTI-Tema-6/Actividad%206.3%20Banco%20de%20Ejercicios_CynthiaMorales_GPTI_7ISCM.docx.pptx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4DC6E0-D7D9-9FDD-9920-F582D0DB00AC}"/>
              </a:ext>
            </a:extLst>
          </p:cNvPr>
          <p:cNvSpPr txBox="1"/>
          <p:nvPr/>
        </p:nvSpPr>
        <p:spPr>
          <a:xfrm>
            <a:off x="740229" y="576943"/>
            <a:ext cx="8556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ANEXO LINK DE LA ACTIVIDAD SOLICITADA Y ENVIADA POR GITHUB:</a:t>
            </a:r>
          </a:p>
        </p:txBody>
      </p:sp>
    </p:spTree>
    <p:extLst>
      <p:ext uri="{BB962C8B-B14F-4D97-AF65-F5344CB8AC3E}">
        <p14:creationId xmlns:p14="http://schemas.microsoft.com/office/powerpoint/2010/main" val="4223036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1830</Words>
  <Application>Microsoft Office PowerPoint</Application>
  <PresentationFormat>Panorámica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Bryan</dc:creator>
  <cp:keywords/>
  <dc:description>generated using python-pptx</dc:description>
  <cp:lastModifiedBy>Jasmine Morales</cp:lastModifiedBy>
  <cp:revision>7</cp:revision>
  <dcterms:created xsi:type="dcterms:W3CDTF">2013-01-27T09:14:16Z</dcterms:created>
  <dcterms:modified xsi:type="dcterms:W3CDTF">2026-10-04T01:41:22Z</dcterms:modified>
  <cp:category/>
</cp:coreProperties>
</file>