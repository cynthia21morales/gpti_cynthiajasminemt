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9">
            <a:extLst>
              <a:ext uri="{FF2B5EF4-FFF2-40B4-BE49-F238E27FC236}">
                <a16:creationId xmlns:a16="http://schemas.microsoft.com/office/drawing/2014/main" id="{B6908BB8-28FF-C826-3973-3DBAC37E9A93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Gestioón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Proyectos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TI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3.3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06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Septiembre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56DC8-F4EC-8CF7-BE9C-E947FB5D1B2C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03421D4E-4704-4C41-50FF-737D7D8ED4CF}"/>
              </a:ext>
            </a:extLst>
          </p:cNvPr>
          <p:cNvGrpSpPr/>
          <p:nvPr/>
        </p:nvGrpSpPr>
        <p:grpSpPr>
          <a:xfrm>
            <a:off x="1118708" y="31119"/>
            <a:ext cx="2709599" cy="1198176"/>
            <a:chOff x="0" y="0"/>
            <a:chExt cx="3073400" cy="1308100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C4A034A5-5C9C-2E22-6D30-2413108DBB5D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4BE35EFB-A106-6853-4F6A-2262F65E6EAC}"/>
              </a:ext>
            </a:extLst>
          </p:cNvPr>
          <p:cNvGrpSpPr/>
          <p:nvPr/>
        </p:nvGrpSpPr>
        <p:grpSpPr>
          <a:xfrm>
            <a:off x="9459465" y="106714"/>
            <a:ext cx="1872270" cy="1245240"/>
            <a:chOff x="0" y="0"/>
            <a:chExt cx="1981200" cy="1625600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FEDCF8E-81F6-A70F-9209-C5954562F471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4" name="Group 6">
            <a:extLst>
              <a:ext uri="{FF2B5EF4-FFF2-40B4-BE49-F238E27FC236}">
                <a16:creationId xmlns:a16="http://schemas.microsoft.com/office/drawing/2014/main" id="{EB53C1B5-F694-BC4C-38DE-5C2D59EA72C2}"/>
              </a:ext>
            </a:extLst>
          </p:cNvPr>
          <p:cNvGrpSpPr/>
          <p:nvPr/>
        </p:nvGrpSpPr>
        <p:grpSpPr>
          <a:xfrm>
            <a:off x="4609388" y="269788"/>
            <a:ext cx="3812814" cy="709234"/>
            <a:chOff x="0" y="0"/>
            <a:chExt cx="4343400" cy="901700"/>
          </a:xfrm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3640E67-0F2B-7776-D38F-A07C52D78AF9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524A"/>
                </a:solidFill>
              </a:defRPr>
            </a:pPr>
            <a:r>
              <a:t>Este banco de ejercicios concentra la información necesaria para planificar tres proyectos de simulación. Para cada proyecto se presenta un cronograma tipo Gantt con actividades, duración y periodo de ejecución. Finalmente, los resultados se reúnen en cuadros comparativos para facilitar su revisión.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C3B"/>
                </a:solidFill>
              </a:defRPr>
            </a:pPr>
            <a:r>
              <a:t>• Corona: simulación del proceso operativo y comercial.</a:t>
            </a:r>
            <a:br/>
            <a:r>
              <a:t>• Banco Bansiso: simulación de llegada de clientes, filas y atención.</a:t>
            </a:r>
            <a:br/>
            <a:r>
              <a:t>• Fábrica: simulación de procesos productivos y análisis de variables.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Información general de los tres proyectos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25880"/>
          <a:ext cx="116128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Característica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Corona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Banco Bansiso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Fábrica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Proceso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Producción, inventario, ventas y distribución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Llegada, filas y atención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Procesos de producción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Software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Tecnológico, software y educativo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Software y simulación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Actividades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01/08/2026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01/08/2026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23/08/2026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Término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22/09/2026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23/09/2026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04/10/2026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Información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Planificación propuesta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Planificación propuesta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Planificación propuesta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Resultado esperado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Simulador operativo y comercial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Simulador de atención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Simulación y análisis de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Proyecto Corona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4A"/>
                </a:solidFill>
              </a:defRPr>
            </a:pPr>
            <a:r>
              <a:t>Simulación del proceso operativo y comercial de la empresa Corona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6524A"/>
                </a:solidFill>
              </a:defRPr>
            </a:pPr>
            <a:r>
              <a:t>Empresa: Grupo Modelo, S. A. de C. V.</a:t>
            </a:r>
            <a:br/>
            <a:r>
              <a:t>Área: Producción</a:t>
            </a:r>
            <a:br/>
            <a:r>
              <a:t>Tipo: Software</a:t>
            </a:r>
            <a:br/>
            <a:r>
              <a:t>Dirigido a: Compañeros y docente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3258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6524A"/>
                </a:solidFill>
              </a:defRPr>
            </a:pPr>
            <a:r>
              <a:t>Descripción</a:t>
            </a:r>
            <a:br/>
            <a:r>
              <a:t>• Representar etapas de producción, inventario, ventas y distribución.</a:t>
            </a:r>
            <a:br/>
            <a:r>
              <a:t>• Analizar escenarios sin intervenir directamente en procesos reales.</a:t>
            </a:r>
            <a:br/>
            <a:r>
              <a:t>• Observar variables relacionadas con demanda, capacidad, inventarios y distribución.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C3B"/>
                </a:solidFill>
              </a:defRPr>
            </a:pPr>
            <a:r>
              <a:t>Resultado esperado: simulador funcional de las principales etapas de producción, inventario, ventas y distribución.</a:t>
            </a:r>
            <a:br/>
            <a:r>
              <a:t>Alcance: 7 actividades programadas del 01/08/2026 al 22/09/2026.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WBS / EDT – Corona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117500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6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6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Nivel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Elemento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Subelementos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Simulación del proceso Corona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Proyecto completo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Análisis del proceso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Identificar etapas • Entradas y salidas • Variables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Modelado de elaboración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Etapas • Flujo del proceso • Elementos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Simulación de producción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Configuración • Ejecución • Resultados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Inventario y almacenamiento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Inventario • Almacenamiento • Existencias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Distribución y ventas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Distribución • Comercialización • Venta al público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Integración y 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Integración • Pruebas • Corrección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Resultados y documentación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Análisis • Documentación • Presentación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Diagrama de Gantt – Corona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4A"/>
                </a:solidFill>
              </a:defRPr>
            </a:pPr>
            <a:r>
              <a:t>Planificación propuesta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508760"/>
          <a:ext cx="117500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681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Días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01-07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08-14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15-21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22-28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29-04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05-11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12-18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19-22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Análisis del proceso de producción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Modelado de la elaboración de cerveza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Simulación del proceso de producción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Inventario y almacenamiento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Distribución y ventas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Integración y pruebas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Resultados y documentación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Proyecto Banco Bansiso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4A"/>
                </a:solidFill>
              </a:defRPr>
            </a:pPr>
            <a:r>
              <a:t>Simulación del proceso de atención de un banco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6524A"/>
                </a:solidFill>
              </a:defRPr>
            </a:pPr>
            <a:r>
              <a:t>Institución: Banco Bansiso</a:t>
            </a:r>
            <a:br/>
            <a:r>
              <a:t>Área: Atención a clientes</a:t>
            </a:r>
            <a:br/>
            <a:r>
              <a:t>Tipo: Tecnológico, software y educativo</a:t>
            </a:r>
            <a:br/>
            <a:r>
              <a:t>Usuarios: Clientes, personal de ventanillas y docentes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3258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6524A"/>
                </a:solidFill>
              </a:defRPr>
            </a:pPr>
            <a:r>
              <a:t>Descripción</a:t>
            </a:r>
            <a:br/>
            <a:r>
              <a:t>• Representar la llegada de clientes y la formación de filas.</a:t>
            </a:r>
            <a:br/>
            <a:r>
              <a:t>• Modelar la atención mediante diferentes ventanillas.</a:t>
            </a:r>
            <a:br/>
            <a:r>
              <a:t>• Comparar configuraciones y observar su efecto en los tiempos de espera.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C3B"/>
                </a:solidFill>
              </a:defRPr>
            </a:pPr>
            <a:r>
              <a:t>Resultado esperado: programa funcional que represente llegada, filas y atención y permita comparar configuraciones.</a:t>
            </a:r>
            <a:br/>
            <a:r>
              <a:t>Alcance: 7 actividades del 01/08/2026 al 23/09/2026.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WBS / EDT – Banco Bansiso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117500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6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6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Nivel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Elemento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Subelementos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Simulación del proceso de atención bancaria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Proyecto completo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3.1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Análisis del proceso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Etapas del servicio • Clientes • Ventanillas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Llegada de clientes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Llegada • Condiciones de entrada • Registro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Formación de filas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Cola • Organización • Tiempo de espera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Atención en ventanillas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Ventanillas • Asignación • Finalización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Programación y simulación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Integración • Parámetros • Ejecución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Pruebas y escenarios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Cantidad de clientes • Ventanillas • Comparación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3.7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Resultados y documentación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Análisis • Documentación • Presentación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Diagrama de Gantt – Banco Bansiso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4A"/>
                </a:solidFill>
              </a:defRPr>
            </a:pPr>
            <a:r>
              <a:t>Planificación propuesta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508760"/>
          <a:ext cx="117500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8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681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Días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01-07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08-14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15-21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22-28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29-04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05-11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12-18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19-23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Análisis del proceso de atención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Modelado de llegada de clientes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Modelado de formación de filas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Modelado de atención en ventanillas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Programación y simulación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Pruebas y análisis de escenarios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Resultados y documentación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Proyecto Fábrica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4A"/>
                </a:solidFill>
              </a:defRPr>
            </a:pPr>
            <a:r>
              <a:t>Simulación de procesos de una fábrica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6524A"/>
                </a:solidFill>
              </a:defRPr>
            </a:pPr>
            <a:r>
              <a:t>Institución: Instituto Tecnológico de Frontera Comalapa</a:t>
            </a:r>
            <a:br/>
            <a:r>
              <a:t>Área: Ingeniería en Sistemas Computacionales</a:t>
            </a:r>
            <a:br/>
            <a:r>
              <a:t>Responsable: Hector Yazid Anzueto López</a:t>
            </a:r>
            <a:br/>
            <a:r>
              <a:t>Periodo: 23 de agosto al 4 de octubre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3258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6524A"/>
                </a:solidFill>
              </a:defRPr>
            </a:pPr>
            <a:r>
              <a:t>Descripción</a:t>
            </a:r>
            <a:br/>
            <a:r>
              <a:t>• Representar procesos de una fábrica mediante simulación.</a:t>
            </a:r>
            <a:br/>
            <a:r>
              <a:t>• Observar cómo diferentes variables pueden afectar la producción.</a:t>
            </a:r>
            <a:br/>
            <a:r>
              <a:t>• Analizar escenarios y resultados para comprender el comportamiento del proceso.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C3B"/>
                </a:solidFill>
              </a:defRPr>
            </a:pPr>
            <a:r>
              <a:t>Resultado esperado: simulación funcional de los procesos de producción y análisis de variables.</a:t>
            </a:r>
            <a:br/>
            <a:r>
              <a:t>Duración: 6 semanas.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Diagrama de Gantt – Fábrica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4A"/>
                </a:solidFill>
              </a:defRPr>
            </a:pPr>
            <a:r>
              <a:t>Planificación propuesta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508760"/>
          <a:ext cx="117500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Días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Semana 1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Semana 2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Semana 3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Semana 4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Semana 5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Semana 6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Definición de objetivos y alcance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Análisis de procesos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Diseño del 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Programación de la simulación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Ejecución de escenarios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Análisis de variables y resultados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Informe y presentación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46524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69A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Recursos y costos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C3B"/>
                </a:solidFill>
              </a:defRPr>
            </a:pPr>
            <a:r>
              <a:t>Los recursos complementan el cronograma y deben relacionarse con las actividades que se ejecutarán.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828800"/>
          <a:ext cx="117500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Corona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Banco Bansiso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Fábrica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Humanos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Estudiantes desarrolladores, docente y evaluación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Estudiantes desarrolladores, docente y evaluación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Estudiantes desarrolladores, docente y evaluación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Software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Diagramación, programación y simulación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Programación y simulación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Programación y simulación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Computadora y almacenamiento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Computadora y almacenamiento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Computadora y almacenamiento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Internet / servicios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Por cuantificar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Por cuantificar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Por cuantificar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Tiempo de desarrollo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Por cuantificar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Por cuantificar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Por cuantificar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524A"/>
                </a:solidFill>
              </a:defRPr>
            </a:pPr>
            <a:r>
              <a:t>Los costos se mantienen como elementos por cuantificar, siguiendo el enfoque del material de referencia.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Cuadro comparativo de los tres proyectos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417320"/>
          <a:ext cx="11750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Corona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Banco Bansiso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Fábrica</a:t>
                      </a:r>
                    </a:p>
                  </a:txBody>
                  <a:tcPr>
                    <a:solidFill>
                      <a:srgbClr val="1B5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Objetivo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Simular proceso operativo-comercial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Simular atención bancaria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Simular procesos de producción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Actividades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Periodo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01/08–22/09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01/08–23/09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23/08–04/10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Información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Planificación propuesta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Planificación propuesta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Planificación propuesta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Enfoque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Producción, inventario, ventas y distribución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Llegadas, filas y ventanillas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Producción y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Herramientas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Cronograma, WBS y Gantt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Cronograma, WBS y Gantt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Cronograma y Gantt</a:t>
                      </a:r>
                    </a:p>
                  </a:txBody>
                  <a:tcPr>
                    <a:solidFill>
                      <a:srgbClr val="D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Simulador operativo y comercial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Simulador de atención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6524A"/>
                          </a:solidFill>
                        </a:defRPr>
                      </a:pPr>
                      <a:r>
                        <a:t>Simulación y análisis de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C3B"/>
                </a:solidFill>
              </a:defRPr>
            </a:pPr>
            <a:r>
              <a:t>La comparación muestra una estructura común de planificación, pero con actividades y resultados específicos para cada proceso.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C3B"/>
                </a:solidFill>
              </a:defRPr>
            </a:pPr>
            <a:r>
              <a:t>Resultados y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6524A"/>
                </a:solidFill>
              </a:defRPr>
            </a:pPr>
            <a:r>
              <a:t>Resultados</a:t>
            </a:r>
            <a:br/>
            <a:r>
              <a:t>• Se organizaron cronogramas para los tres proyectos.</a:t>
            </a:r>
            <a:br/>
            <a:r>
              <a:t>• Se estructuraron actividades para representar el trabajo de cada caso.</a:t>
            </a:r>
            <a:br/>
            <a:r>
              <a:t>• Se representaron los periodos mediante diagramas de Gantt.</a:t>
            </a:r>
            <a:br/>
            <a:r>
              <a:t>• Se identificaron recursos y categorías de costos.</a:t>
            </a:r>
            <a:br/>
            <a:r>
              <a:t>• Se integró un cuadro comparativo de los tres proyectos.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0690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C3B"/>
                </a:solidFill>
              </a:defRPr>
            </a:pPr>
            <a:r>
              <a:t>Conclusión</a:t>
            </a:r>
            <a:br/>
            <a:r>
              <a:t>La planificación permite organizar proyectos con procesos diferentes y mantener una visión clara de sus tiempos. El cronograma ordena las actividades y el Gantt facilita visualizar su ejecución. El cuadro comparativo permite revisar de forma conjunta las características y resultados esperados de cada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1252</Words>
  <Application>Microsoft Office PowerPoint</Application>
  <PresentationFormat>Panorámica</PresentationFormat>
  <Paragraphs>343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Cynthia</dc:creator>
  <cp:keywords/>
  <dc:description>generated using python-pptx</dc:description>
  <cp:lastModifiedBy>Jasmine Morales</cp:lastModifiedBy>
  <cp:revision>2</cp:revision>
  <dcterms:created xsi:type="dcterms:W3CDTF">2013-01-27T09:14:16Z</dcterms:created>
  <dcterms:modified xsi:type="dcterms:W3CDTF">2026-09-21T15:20:26Z</dcterms:modified>
  <cp:category/>
</cp:coreProperties>
</file>