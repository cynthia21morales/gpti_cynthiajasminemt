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43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DCD05D-ECB9-E142-85EE-838A48CCF099}"/>
              </a:ext>
            </a:extLst>
          </p:cNvPr>
          <p:cNvSpPr txBox="1"/>
          <p:nvPr/>
        </p:nvSpPr>
        <p:spPr>
          <a:xfrm>
            <a:off x="2936240" y="5528732"/>
            <a:ext cx="6482080" cy="97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s-MX" b="1" dirty="0">
                <a:latin typeface="Bahnschrift Light" panose="020B0502040204020203" pitchFamily="34" charset="0"/>
              </a:rPr>
              <a:t>Fecha de entrega: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s-MX" b="1" dirty="0">
                <a:latin typeface="Bahnschrift Light" panose="020B0502040204020203" pitchFamily="34" charset="0"/>
              </a:rPr>
              <a:t>Frontera Comalapa, Chiapas. </a:t>
            </a:r>
            <a:r>
              <a:rPr lang="es-MX" b="1">
                <a:latin typeface="Bahnschrift Light" panose="020B0502040204020203" pitchFamily="34" charset="0"/>
              </a:rPr>
              <a:t>A 16 </a:t>
            </a:r>
            <a:r>
              <a:rPr lang="es-MX" b="1" dirty="0">
                <a:latin typeface="Bahnschrift Light" panose="020B0502040204020203" pitchFamily="34" charset="0"/>
              </a:rPr>
              <a:t>de Agosto del 2026.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03FB45-77E9-3ED6-3D6A-30B200CA32A4}"/>
              </a:ext>
            </a:extLst>
          </p:cNvPr>
          <p:cNvSpPr txBox="1">
            <a:spLocks/>
          </p:cNvSpPr>
          <p:nvPr/>
        </p:nvSpPr>
        <p:spPr>
          <a:xfrm>
            <a:off x="841584" y="1794954"/>
            <a:ext cx="10508829" cy="3008472"/>
          </a:xfrm>
          <a:prstGeom prst="rect">
            <a:avLst/>
          </a:prstGeom>
        </p:spPr>
        <p:txBody>
          <a:bodyPr numCol="2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Nombre del alumno: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Cynthia Jasmine Morales Torres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Semestre: 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 err="1">
                <a:latin typeface="Bahnschrift Light" panose="020B0502040204020203" pitchFamily="34" charset="0"/>
              </a:rPr>
              <a:t>Septimo</a:t>
            </a:r>
            <a:r>
              <a:rPr lang="es-MX" sz="1800" b="1" dirty="0">
                <a:latin typeface="Bahnschrift Light" panose="020B0502040204020203" pitchFamily="34" charset="0"/>
              </a:rPr>
              <a:t> semestre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Especialidad: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Ingeniería en sistemas computacionales.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Numero de control: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231260014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Materia: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Gestión de Proyectos TI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Nombre del docente: 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Ing. Francisco Javier Mingo Velázquez 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Nombre del trabajo:</a:t>
            </a:r>
          </a:p>
          <a:p>
            <a:pPr marL="0" indent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dirty="0">
                <a:latin typeface="Bahnschrift Light" panose="020B0502040204020203" pitchFamily="34" charset="0"/>
              </a:rPr>
              <a:t>Ejercicios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4A03F2-ECFC-6AFA-B2FE-846DCAD4DC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2561039" y="80576"/>
            <a:ext cx="7069920" cy="633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AE56322-8559-5876-E077-A2DB0939E36E}"/>
              </a:ext>
            </a:extLst>
          </p:cNvPr>
          <p:cNvSpPr txBox="1"/>
          <p:nvPr/>
        </p:nvSpPr>
        <p:spPr>
          <a:xfrm>
            <a:off x="3047999" y="1069646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Bahnschrift Light" panose="020B0502040204020203" pitchFamily="34" charset="0"/>
              </a:rPr>
              <a:t>INSTITUTO TECNOLOGICO DE FRONTERA COMALAPA</a:t>
            </a:r>
          </a:p>
        </p:txBody>
      </p:sp>
    </p:spTree>
    <p:extLst>
      <p:ext uri="{BB962C8B-B14F-4D97-AF65-F5344CB8AC3E}">
        <p14:creationId xmlns:p14="http://schemas.microsoft.com/office/powerpoint/2010/main" val="362899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EJERCICIOS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Llenado del Formulario 1: Información General del Proyecto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Presentación y comparación de tres ejercicios resueltos por </a:t>
            </a:r>
            <a:r>
              <a:rPr lang="en-US"/>
              <a:t>distintos integrantes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743200" cy="0"/>
          </a:xfrm>
          <a:prstGeom prst="line">
            <a:avLst/>
          </a:prstGeom>
          <a:noFill/>
          <a:ln w="25400">
            <a:solidFill>
              <a:srgbClr val="F0A20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280160" y="3520440"/>
            <a:ext cx="1645920" cy="0"/>
          </a:xfrm>
          <a:prstGeom prst="line">
            <a:avLst/>
          </a:prstGeom>
          <a:noFill/>
          <a:ln w="25400">
            <a:solidFill>
              <a:srgbClr val="F0A2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64008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Este documento presenta un </a:t>
            </a:r>
            <a:r>
              <a:rPr lang="en-US" sz="1450" b="1" dirty="0">
                <a:solidFill>
                  <a:srgbClr val="013C4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banco de ejercicios</a:t>
            </a:r>
            <a:r>
              <a:rPr lang="en-US" sz="1450" dirty="0">
                <a:solidFill>
                  <a:srgbClr val="1E2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 cuyo propósito es practicar el llenado de la primera parte del Formulario de Gestión de Proyectos: el </a:t>
            </a:r>
            <a:r>
              <a:rPr lang="en-US" sz="1450" b="1" dirty="0">
                <a:solidFill>
                  <a:srgbClr val="013C4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Formulario 1, Información General del Proyecto</a:t>
            </a:r>
            <a:r>
              <a:rPr lang="en-US" sz="1450" dirty="0">
                <a:solidFill>
                  <a:srgbClr val="1E2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0" y="23317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El ejercicio consistió en que tres integrantes completaran, de forma independiente, la sección de identificación y descripción de su propio proyecto de simulación. A continuación se presentan las respuestas de </a:t>
            </a:r>
            <a:r>
              <a:rPr lang="en-US" sz="1450" b="1" dirty="0">
                <a:solidFill>
                  <a:srgbClr val="013C4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Jhony Gomez, Darvin Yariel Roblero González y Hector Yazid Anzueto López</a:t>
            </a:r>
            <a:r>
              <a:rPr lang="en-US" sz="1450" dirty="0">
                <a:solidFill>
                  <a:srgbClr val="1E2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, para después compararlas entre sí.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0" y="4297680"/>
            <a:ext cx="7040880" cy="155448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44348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C42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Objetivo de este documento</a:t>
            </a:r>
            <a:endParaRPr lang="en-US" sz="1300" dirty="0">
              <a:latin typeface="Bahnschrift Condensed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46320" y="47548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Mostrar cómo tres personas distintas interpretaron y llenaron el mismo formulario, identificando similitudes, diferencias y áreas de mejora en la redacción de cada respuesta.</a:t>
            </a:r>
            <a:endParaRPr lang="en-US" sz="1250" dirty="0">
              <a:latin typeface="Bahnschrift Light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Ejercicios – Formulario 1: Información General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comparar tres formularios en lugar de revisar solo uno?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4320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697480" cy="434340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royecto_pmbok/icons/compar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066" y="233400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patrones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varias respuestas permite identificar qué elementos suelen redactarse bien y cuáles se omiten con frecuencia.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691640"/>
            <a:ext cx="2697480" cy="434340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11" name="Shape 8"/>
          <p:cNvSpPr/>
          <p:nvPr/>
        </p:nvSpPr>
        <p:spPr>
          <a:xfrm>
            <a:off x="441198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royecto_pmbok/icons/li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146" y="233400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completitud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7588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revisar tres casos se observa fácilmente qué campos quedaron vacíos y por qué son importantes para iniciar un proyecto.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1691640"/>
            <a:ext cx="2697480" cy="434340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33806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proyecto_pmbok/icons/estudian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226" y="233400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entre pares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60196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cómo otros compañeros interpretaron la misma pregunta ayuda a mejorar la propia forma de responder.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326880" y="1691640"/>
            <a:ext cx="2697480" cy="434340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6414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proyecto_pmbok/icons/cap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306" y="2334006"/>
            <a:ext cx="452628" cy="4526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91472" y="3291840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 de proyectos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528048" y="4023360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ejercicios abordan sectores distintos (bancario, cervecero e industrial), lo que enriquece el análisis comparativo.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822960" cy="82296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4" name="Image 0" descr="/home/claude/proyecto_pmbok/icons/b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77774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Jhony Gomez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54480" y="10332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del proceso de atención de un banco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3749040" cy="457200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47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 / Empresa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523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Bansiso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3072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departamento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310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 clientes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4096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Jhony Gomez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4645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 de implementación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48828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Comalapa, Chiapas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31520" y="5431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y duración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5669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registraron en el formulario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26280" y="18470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 (respuestas del formulario)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26280" y="2322576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2" name="Text 19"/>
          <p:cNvSpPr/>
          <p:nvPr/>
        </p:nvSpPr>
        <p:spPr>
          <a:xfrm>
            <a:off x="4773168" y="213969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consiste?: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un banco donde se represente cómo llegan los clientes, hacen fila y son atendidos en las diferentes ventanillas.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26280" y="3163824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4" name="Text 21"/>
          <p:cNvSpPr/>
          <p:nvPr/>
        </p:nvSpPr>
        <p:spPr>
          <a:xfrm>
            <a:off x="4773168" y="298094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pretende realizar?: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sencillo que simule la atención de clientes y permita ver cuánto tiempo esperan y cuántos son atendidos.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26280" y="4005072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6" name="Text 23"/>
          <p:cNvSpPr/>
          <p:nvPr/>
        </p:nvSpPr>
        <p:spPr>
          <a:xfrm>
            <a:off x="4773168" y="38221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está dirigido?: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clientes y al personal que trabaja en las ventanillas del banco.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26280" y="4846320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8" name="Text 25"/>
          <p:cNvSpPr/>
          <p:nvPr/>
        </p:nvSpPr>
        <p:spPr>
          <a:xfrm>
            <a:off x="4773168" y="4663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simulación funcional donde se observe la llegada de clientes, la fila formada y la atención en las ventanillas.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26280" y="5806440"/>
            <a:ext cx="7132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5806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proyecto marcado: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822960" cy="82296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4" name="Image 0" descr="/home/claude/proyecto_pmbok/icons/cerve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77774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Darvin Yariel Roblero González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54480" y="10332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del proceso operativo y comercial de la empresa Corona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3749040" cy="457200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47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 / Empresa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523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Modelo, S.A. de C.V.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3072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departamento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310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4096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Darvin Yariel Roblero González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4645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 de implementación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48828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virtual, en casa, con herramientas de programación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31520" y="5431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y duración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5669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registraron en el formulario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26280" y="18470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 (respuestas del formulario)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26280" y="2322576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2" name="Text 19"/>
          <p:cNvSpPr/>
          <p:nvPr/>
        </p:nvSpPr>
        <p:spPr>
          <a:xfrm>
            <a:off x="4773168" y="213969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consiste?: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simulación de los principales procesos de una empresa cervecera, tomando como referencia a Grupo Modelo.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26280" y="3163824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4" name="Text 21"/>
          <p:cNvSpPr/>
          <p:nvPr/>
        </p:nvSpPr>
        <p:spPr>
          <a:xfrm>
            <a:off x="4773168" y="298094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pretende realizar?: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el funcionamiento de los diferentes procesos y tomar decisiones dentro del entorno simulado.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26280" y="4005072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6" name="Text 23"/>
          <p:cNvSpPr/>
          <p:nvPr/>
        </p:nvSpPr>
        <p:spPr>
          <a:xfrm>
            <a:off x="4773168" y="38221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está dirigido?: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compañeros y al docente de la clase de simulación.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26280" y="4846320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8" name="Text 25"/>
          <p:cNvSpPr/>
          <p:nvPr/>
        </p:nvSpPr>
        <p:spPr>
          <a:xfrm>
            <a:off x="4773168" y="4663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simulador funcional de los principales procesos de la empresa: producción, inventario, ventas y distribución.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26280" y="5806440"/>
            <a:ext cx="7132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5806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proyecto marcado: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92608"/>
            <a:ext cx="822960" cy="82296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4" name="Image 0" descr="/home/claude/proyecto_pmbok/icons/fabr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77774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Hector Yazid Anzueto López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54480" y="103327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Procesos de una Fábrica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3749040" cy="457200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47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 / Empresa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523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Frontera Comalapa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3072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departamento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310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 Computacionales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4096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Yazid Anzueto López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4645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 de implementación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48828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registró en el formulario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31520" y="5431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y duración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5669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23 de agosto · Fin: 4 de octubre · Duración: 6 semanas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26280" y="18470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 (respuestas del formulario)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26280" y="2322576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2" name="Text 19"/>
          <p:cNvSpPr/>
          <p:nvPr/>
        </p:nvSpPr>
        <p:spPr>
          <a:xfrm>
            <a:off x="4773168" y="213969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consiste?: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la simulación de los procesos de una fábrica.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26280" y="3163824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4" name="Text 21"/>
          <p:cNvSpPr/>
          <p:nvPr/>
        </p:nvSpPr>
        <p:spPr>
          <a:xfrm>
            <a:off x="4773168" y="298094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pretende realizar?: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simulación de procesos.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26280" y="4005072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6" name="Text 23"/>
          <p:cNvSpPr/>
          <p:nvPr/>
        </p:nvSpPr>
        <p:spPr>
          <a:xfrm>
            <a:off x="4773168" y="38221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está dirigido?: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empresas o dueños de fábricas que busquen aumentar la eficiencia de producción.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26280" y="4846320"/>
            <a:ext cx="118872" cy="118872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8" name="Text 25"/>
          <p:cNvSpPr/>
          <p:nvPr/>
        </p:nvSpPr>
        <p:spPr>
          <a:xfrm>
            <a:off x="4773168" y="4663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simulación demuestre cómo diversas variables pueden afectar la producción.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AD713C8F-913F-40B2-03F3-704D98804005}"/>
              </a:ext>
            </a:extLst>
          </p:cNvPr>
          <p:cNvSpPr/>
          <p:nvPr/>
        </p:nvSpPr>
        <p:spPr>
          <a:xfrm>
            <a:off x="4526280" y="5806440"/>
            <a:ext cx="7132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0B8D1949-A59D-4F39-E769-54CFB3F77EA4}"/>
              </a:ext>
            </a:extLst>
          </p:cNvPr>
          <p:cNvSpPr/>
          <p:nvPr/>
        </p:nvSpPr>
        <p:spPr>
          <a:xfrm>
            <a:off x="4709160" y="5806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proyecto marcado: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Comparación: Identificación del proyecto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2194560" cy="45720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325880"/>
            <a:ext cx="3063240" cy="45720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325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Jhony Gomez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1325880"/>
            <a:ext cx="3063240" cy="45720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1325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Darvin Roblero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0" y="1325880"/>
            <a:ext cx="3063240" cy="45720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1325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Yazid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219456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28800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1783080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82880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atención en un banco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1783080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82880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procesos de Corona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0" y="1783080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828800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procesos de una fábrica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679192"/>
            <a:ext cx="21945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2491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2679192"/>
            <a:ext cx="3063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724912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Bansiso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2679192"/>
            <a:ext cx="3063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2724912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Modelo, S.A. de C.V.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69680" y="2679192"/>
            <a:ext cx="3063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2724912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Frontera Comalapa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219456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621024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3575304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621024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 clientes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3575304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621024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69680" y="3575304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621024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en Sistemas Computacionales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471416"/>
            <a:ext cx="21945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517136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4471416"/>
            <a:ext cx="3063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4517136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Jhony Gomez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06440" y="4471416"/>
            <a:ext cx="3063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4517136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Darvin Yariel Roblero G.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869680" y="4471416"/>
            <a:ext cx="30632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4517136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Yazid Anzueto López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367528"/>
            <a:ext cx="219456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413248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/ duración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0" y="5367528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0" y="5413248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registradas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06440" y="5367528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5413248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registradas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869680" y="5367528"/>
            <a:ext cx="3063240" cy="896112"/>
          </a:xfrm>
          <a:prstGeom prst="rect">
            <a:avLst/>
          </a:prstGeom>
          <a:solidFill>
            <a:srgbClr val="EFF6F6"/>
          </a:solidFill>
          <a:ln w="9525">
            <a:solidFill>
              <a:srgbClr val="DDE7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5413248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ago – 4 oct (6 semanas)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Ejercicios – Formulario 1: Información General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3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Comparación: ¿A quién está dirigido y qué resultado esperan?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566160" cy="448056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15544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royecto_pmbok/icons/b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979" y="17293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Jhony Gomez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74520" y="2971800"/>
            <a:ext cx="914400" cy="0"/>
          </a:xfrm>
          <a:prstGeom prst="line">
            <a:avLst/>
          </a:prstGeom>
          <a:noFill/>
          <a:ln w="15875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15468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a: clientes y personal de ventanillas del banco.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44348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observar la llegada, la fila y la atención en ventanillas.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280160"/>
            <a:ext cx="3566160" cy="448056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12" name="Shape 9"/>
          <p:cNvSpPr/>
          <p:nvPr/>
        </p:nvSpPr>
        <p:spPr>
          <a:xfrm>
            <a:off x="5737860" y="15544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royecto_pmbok/icons/cerve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739" y="1729359"/>
            <a:ext cx="427482" cy="4274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Darvin Roblero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0" y="2971800"/>
            <a:ext cx="914400" cy="0"/>
          </a:xfrm>
          <a:prstGeom prst="line">
            <a:avLst/>
          </a:prstGeom>
          <a:noFill/>
          <a:ln w="15875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315468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a: compañeros y docente de la clase de simulación.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0" y="44348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simulador de producción, inventario, ventas y distribución.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38160" y="1280160"/>
            <a:ext cx="3566160" cy="448056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19" name="Shape 15"/>
          <p:cNvSpPr/>
          <p:nvPr/>
        </p:nvSpPr>
        <p:spPr>
          <a:xfrm>
            <a:off x="9532620" y="15544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proyecto_pmbok/icons/fabri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7499" y="1729359"/>
            <a:ext cx="427482" cy="4274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Yazid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464040" y="2971800"/>
            <a:ext cx="914400" cy="0"/>
          </a:xfrm>
          <a:prstGeom prst="line">
            <a:avLst/>
          </a:prstGeom>
          <a:noFill/>
          <a:ln w="15875">
            <a:solidFill>
              <a:srgbClr val="02809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366760" y="315468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a: empresas o dueños de fábricas que buscan mayor eficiencia.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66760" y="44348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mostrar cómo las variables afectan la producción.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Ejercicios – Formulario 1: Información General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Comparación: Tipo de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marcada por cada integrante en el formulario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291840" cy="4023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033334" y="1939036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royecto_pmbok/icons/b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787" y="2134489"/>
            <a:ext cx="477774" cy="4777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8914" y="29905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Jhony Gomez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78954" y="3630676"/>
            <a:ext cx="2377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278954" y="36763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58914" y="440791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en el formulario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34562" y="1568196"/>
            <a:ext cx="3291840" cy="4023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946142" y="1933956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royecto_pmbok/icons/cerve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595" y="2129409"/>
            <a:ext cx="477774" cy="4777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71722" y="29855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Darvin Roblero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217164" y="3638550"/>
            <a:ext cx="2377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5191762" y="36255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71722" y="440283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en el formulario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371844" y="1568196"/>
            <a:ext cx="3291840" cy="4023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9528873" y="2023364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proyecto_pmbok/icons/fabri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326" y="2183384"/>
            <a:ext cx="477774" cy="4777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9004" y="302691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Hector Yazid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64DC6BF8-3065-3340-CAE6-CBDEF9A8A1CD}"/>
              </a:ext>
            </a:extLst>
          </p:cNvPr>
          <p:cNvSpPr/>
          <p:nvPr/>
        </p:nvSpPr>
        <p:spPr>
          <a:xfrm>
            <a:off x="8945876" y="3676396"/>
            <a:ext cx="2377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B9D6EC0-ADAB-6C1A-D063-EA691554E29E}"/>
              </a:ext>
            </a:extLst>
          </p:cNvPr>
          <p:cNvSpPr/>
          <p:nvPr/>
        </p:nvSpPr>
        <p:spPr>
          <a:xfrm>
            <a:off x="8892540" y="368223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A3158F8-E84E-57AE-54C0-D49ED5264E18}"/>
              </a:ext>
            </a:extLst>
          </p:cNvPr>
          <p:cNvSpPr/>
          <p:nvPr/>
        </p:nvSpPr>
        <p:spPr>
          <a:xfrm>
            <a:off x="8371844" y="440283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en el formulario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Similitudes y diferencias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74320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4846320"/>
          </a:xfrm>
          <a:prstGeom prst="rect">
            <a:avLst/>
          </a:prstGeom>
          <a:solidFill>
            <a:srgbClr val="EF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40994" y="16230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 dirty="0"/>
          </a:p>
        </p:txBody>
      </p:sp>
      <p:pic>
        <p:nvPicPr>
          <p:cNvPr id="6" name="Image 0" descr="/home/claude/proyecto_pmbo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12" y="1783080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3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780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2860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proyectos son simulaciones que buscan representar procesos reales (bancarios, industriales o de manufactura).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822960" y="352958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3375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tres registró integrantes de equipo ni fechas completas de inicio y finalización.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822960" y="45811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3891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 la sección de descripción se respondió de forma completa y clara.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26480" y="1417320"/>
            <a:ext cx="5486400" cy="4846320"/>
          </a:xfrm>
          <a:prstGeom prst="rect">
            <a:avLst/>
          </a:prstGeom>
          <a:solidFill>
            <a:srgbClr val="013C42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6" name="Image 1" descr="/home/claude/proyecto_pmbok/icons/aler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818" y="183565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 flipV="1">
            <a:off x="6400800" y="2971800"/>
            <a:ext cx="128016" cy="274320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Hector Yazid registró fechas de inicio, finalización y duración estimada del proyecto.</a:t>
            </a:r>
            <a:endParaRPr lang="en-US" sz="1220" dirty="0"/>
          </a:p>
        </p:txBody>
      </p:sp>
      <p:sp>
        <p:nvSpPr>
          <p:cNvPr id="22" name="Shape 18"/>
          <p:cNvSpPr/>
          <p:nvPr/>
        </p:nvSpPr>
        <p:spPr>
          <a:xfrm>
            <a:off x="6400800" y="4581144"/>
            <a:ext cx="128016" cy="128016"/>
          </a:xfrm>
          <a:prstGeom prst="ellipse">
            <a:avLst/>
          </a:prstGeom>
          <a:solidFill>
            <a:srgbClr val="F0A202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público al que va dirigido cada proyecto es distinto: clientes de un banco, compañeros de clase y empresas industriales.</a:t>
            </a:r>
            <a:endParaRPr lang="en-US" sz="1220" dirty="0"/>
          </a:p>
        </p:txBody>
      </p:sp>
      <p:sp>
        <p:nvSpPr>
          <p:cNvPr id="25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27388865-E64E-CD29-F504-5288DC61A44B}"/>
              </a:ext>
            </a:extLst>
          </p:cNvPr>
          <p:cNvSpPr/>
          <p:nvPr/>
        </p:nvSpPr>
        <p:spPr>
          <a:xfrm>
            <a:off x="1143000" y="52578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 la </a:t>
            </a:r>
            <a:r>
              <a:rPr lang="en-US" sz="1220" dirty="0" err="1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20" dirty="0" err="1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marcaron</a:t>
            </a: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‘software’ </a:t>
            </a:r>
            <a:r>
              <a:rPr lang="en-US" sz="1220" dirty="0" err="1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20" dirty="0" err="1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22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20" dirty="0" err="1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603504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691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68680" y="2423160"/>
            <a:ext cx="2011680" cy="0"/>
          </a:xfrm>
          <a:prstGeom prst="line">
            <a:avLst/>
          </a:prstGeom>
          <a:noFill/>
          <a:ln w="25400">
            <a:solidFill>
              <a:srgbClr val="F0A20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697480"/>
            <a:ext cx="7589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50" dirty="0">
                <a:solidFill>
                  <a:srgbClr val="02C39A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Comparar los tres ejercicios muestra que, aunque cada integrante trabajó un proyecto distinto, todos lograron responder con claridad qué es su proyecto, qué se pretende realizar y a quién beneficia, cumpliendo el propósito principal del Formulario 1.
También se identificaron vacíos comunes, como la falta de integrantes de equipo y fechas de trabajo, lo que confirma que estos campos suelen pasarse por alto al iniciar un proyecto y conviene reforzarlos antes de avanzar a la planificación. En conjunto, el ejercicio cumple su función como banco de práctica: no solo se llenó un formulario, sino que se comparó cómo distintas personas interpretan la misma guía.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743200" cy="4572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550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Gestión de Proyectos, Formulario 1: Información General del Proyecto (documento institucional utilizado como base del ejercicio).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Gómez, J. Formulario de Gestión de Proyectos completado — Simulación del proceso de atención de un banco.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Roblero González, D. Y. Formulario de Gestión de Proyectos completado — Simulación del proceso operativo y comercial de la empresa Corona.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Anzueto López, H. Y. Formulario de Gestión de Proyectos completado — Simulación de Procesos de una Fábrica.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1339</Words>
  <Application>Microsoft Office PowerPoint</Application>
  <PresentationFormat>Panorámica</PresentationFormat>
  <Paragraphs>184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Bahnschrift Condensed</vt:lpstr>
      <vt:lpstr>Bahnschrift Light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Jasmine Morales</cp:lastModifiedBy>
  <cp:revision>4</cp:revision>
  <dcterms:created xsi:type="dcterms:W3CDTF">2026-09-01T02:14:57Z</dcterms:created>
  <dcterms:modified xsi:type="dcterms:W3CDTF">2026-09-01T02:38:05Z</dcterms:modified>
</cp:coreProperties>
</file>