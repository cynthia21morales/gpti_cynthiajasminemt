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0539FC5-457E-9422-FBF7-D5C9347E6007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Gestion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proyectos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TI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3.2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14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Septiembre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2F4A61A0-17DB-6285-FED4-7C58D9EFBA6C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9257CC4A-2A7C-6931-2319-FEF30906BB0D}"/>
              </a:ext>
            </a:extLst>
          </p:cNvPr>
          <p:cNvGrpSpPr/>
          <p:nvPr/>
        </p:nvGrpSpPr>
        <p:grpSpPr>
          <a:xfrm>
            <a:off x="860265" y="269788"/>
            <a:ext cx="2709599" cy="1198176"/>
            <a:chOff x="0" y="0"/>
            <a:chExt cx="3073400" cy="130810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1E8DB187-0382-6FEB-0122-A687C7C782A4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76FE5218-2312-AB0F-2713-97ADD5D600C3}"/>
              </a:ext>
            </a:extLst>
          </p:cNvPr>
          <p:cNvGrpSpPr/>
          <p:nvPr/>
        </p:nvGrpSpPr>
        <p:grpSpPr>
          <a:xfrm>
            <a:off x="9459465" y="237122"/>
            <a:ext cx="1872270" cy="1245240"/>
            <a:chOff x="0" y="0"/>
            <a:chExt cx="1981200" cy="1625600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7DD30941-87FC-C59B-9542-4B02BECEFACC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7" name="Group 6">
            <a:extLst>
              <a:ext uri="{FF2B5EF4-FFF2-40B4-BE49-F238E27FC236}">
                <a16:creationId xmlns:a16="http://schemas.microsoft.com/office/drawing/2014/main" id="{8BA7C005-E899-A3B7-1630-E01A20372CCF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C22E1A2F-CACB-A215-2BAE-93D4D75CE4C6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sz="2000" dirty="0"/>
              <a:t>Los </a:t>
            </a:r>
            <a:r>
              <a:rPr sz="2000" dirty="0" err="1"/>
              <a:t>formularios</a:t>
            </a:r>
            <a:r>
              <a:rPr sz="2000" dirty="0"/>
              <a:t> son </a:t>
            </a:r>
            <a:r>
              <a:rPr sz="2000" dirty="0" err="1"/>
              <a:t>herramientas</a:t>
            </a:r>
            <a:r>
              <a:rPr sz="2000" dirty="0"/>
              <a:t> que </a:t>
            </a:r>
            <a:r>
              <a:rPr sz="2000" dirty="0" err="1"/>
              <a:t>permiten</a:t>
            </a:r>
            <a:r>
              <a:rPr sz="2000" dirty="0"/>
              <a:t> </a:t>
            </a:r>
            <a:r>
              <a:rPr sz="2000" dirty="0" err="1"/>
              <a:t>recopilar</a:t>
            </a:r>
            <a:r>
              <a:rPr sz="2000" dirty="0"/>
              <a:t>, </a:t>
            </a:r>
            <a:r>
              <a:rPr sz="2000" dirty="0" err="1"/>
              <a:t>organizar</a:t>
            </a:r>
            <a:r>
              <a:rPr sz="2000" dirty="0"/>
              <a:t> y registrar </a:t>
            </a:r>
            <a:r>
              <a:rPr sz="2000" dirty="0" err="1"/>
              <a:t>información</a:t>
            </a:r>
            <a:r>
              <a:rPr sz="2000" dirty="0"/>
              <a:t> de </a:t>
            </a:r>
            <a:r>
              <a:rPr sz="2000" dirty="0" err="1"/>
              <a:t>manera</a:t>
            </a:r>
            <a:r>
              <a:rPr sz="2000" dirty="0"/>
              <a:t> </a:t>
            </a:r>
            <a:r>
              <a:rPr sz="2000" dirty="0" err="1"/>
              <a:t>estructurada</a:t>
            </a:r>
            <a:r>
              <a:rPr sz="2000" dirty="0"/>
              <a:t> </a:t>
            </a:r>
            <a:r>
              <a:rPr sz="2000" dirty="0" err="1"/>
              <a:t>dentro</a:t>
            </a:r>
            <a:r>
              <a:rPr sz="2000" dirty="0"/>
              <a:t> de un </a:t>
            </a:r>
            <a:r>
              <a:rPr sz="2000" dirty="0" err="1"/>
              <a:t>proyecto</a:t>
            </a:r>
            <a:r>
              <a:rPr sz="2000" dirty="0"/>
              <a:t>.</a:t>
            </a:r>
            <a:endParaRPr lang="es-MX" sz="2000" dirty="0"/>
          </a:p>
          <a:p>
            <a:pPr algn="just"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lang="es-MX" sz="2000" dirty="0"/>
              <a:t>En la gestión de proyectos TI pueden utilizarse para documentar datos, registrar riesgos, controlar recursos, dar seguimiento a actividades y recopilar evidencias.</a:t>
            </a:r>
          </a:p>
          <a:p>
            <a:pPr algn="just"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sz="2000" dirty="0"/>
              <a:t>Esta </a:t>
            </a:r>
            <a:r>
              <a:rPr sz="2000" dirty="0" err="1"/>
              <a:t>práctica</a:t>
            </a:r>
            <a:r>
              <a:rPr sz="2000" dirty="0"/>
              <a:t> </a:t>
            </a:r>
            <a:r>
              <a:rPr sz="2000" dirty="0" err="1"/>
              <a:t>tiene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finalidad</a:t>
            </a:r>
            <a:r>
              <a:rPr sz="2000" dirty="0"/>
              <a:t> </a:t>
            </a:r>
            <a:r>
              <a:rPr sz="2000" dirty="0" err="1"/>
              <a:t>reconocer</a:t>
            </a:r>
            <a:r>
              <a:rPr sz="2000" dirty="0"/>
              <a:t> la </a:t>
            </a:r>
            <a:r>
              <a:rPr sz="2000" dirty="0" err="1"/>
              <a:t>utilidad</a:t>
            </a:r>
            <a:r>
              <a:rPr sz="2000" dirty="0"/>
              <a:t> de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formularios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instrumentos</a:t>
            </a:r>
            <a:r>
              <a:rPr sz="2000" dirty="0"/>
              <a:t> de </a:t>
            </a:r>
            <a:r>
              <a:rPr sz="2000" dirty="0" err="1"/>
              <a:t>apoyo</a:t>
            </a:r>
            <a:r>
              <a:rPr sz="2000" dirty="0"/>
              <a:t> para </a:t>
            </a:r>
            <a:r>
              <a:rPr sz="2000" dirty="0" err="1"/>
              <a:t>mantener</a:t>
            </a:r>
            <a:r>
              <a:rPr sz="2000" dirty="0"/>
              <a:t> </a:t>
            </a:r>
            <a:r>
              <a:rPr sz="2000" dirty="0" err="1"/>
              <a:t>información</a:t>
            </a:r>
            <a:r>
              <a:rPr sz="2000" dirty="0"/>
              <a:t> </a:t>
            </a:r>
            <a:r>
              <a:rPr sz="2000" dirty="0" err="1"/>
              <a:t>clara</a:t>
            </a:r>
            <a:r>
              <a:rPr sz="2000" dirty="0"/>
              <a:t>, </a:t>
            </a:r>
            <a:r>
              <a:rPr sz="2000" dirty="0" err="1"/>
              <a:t>ordenada</a:t>
            </a:r>
            <a:r>
              <a:rPr sz="2000" dirty="0"/>
              <a:t> y disponible </a:t>
            </a:r>
            <a:r>
              <a:rPr sz="2000" dirty="0" err="1"/>
              <a:t>durante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desarrollo</a:t>
            </a:r>
            <a:r>
              <a:rPr sz="2000" dirty="0"/>
              <a:t> de un </a:t>
            </a:r>
            <a:r>
              <a:rPr sz="2000" dirty="0" err="1"/>
              <a:t>proyecto</a:t>
            </a:r>
            <a:r>
              <a:rPr sz="20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0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Justificación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sz="2000" dirty="0"/>
              <a:t>El </a:t>
            </a:r>
            <a:r>
              <a:rPr sz="2000" dirty="0" err="1"/>
              <a:t>uso</a:t>
            </a:r>
            <a:r>
              <a:rPr sz="2000" dirty="0"/>
              <a:t> de </a:t>
            </a:r>
            <a:r>
              <a:rPr sz="2000" dirty="0" err="1"/>
              <a:t>formularios</a:t>
            </a:r>
            <a:r>
              <a:rPr sz="2000" dirty="0"/>
              <a:t> </a:t>
            </a:r>
            <a:r>
              <a:rPr sz="2000" dirty="0" err="1"/>
              <a:t>facilita</a:t>
            </a:r>
            <a:r>
              <a:rPr sz="2000" dirty="0"/>
              <a:t> la </a:t>
            </a:r>
            <a:r>
              <a:rPr sz="2000" dirty="0" err="1"/>
              <a:t>captura</a:t>
            </a:r>
            <a:r>
              <a:rPr sz="2000" dirty="0"/>
              <a:t> </a:t>
            </a:r>
            <a:r>
              <a:rPr sz="2000" dirty="0" err="1"/>
              <a:t>uniforme</a:t>
            </a:r>
            <a:r>
              <a:rPr sz="2000" dirty="0"/>
              <a:t> de </a:t>
            </a:r>
            <a:r>
              <a:rPr sz="2000" dirty="0" err="1"/>
              <a:t>información</a:t>
            </a:r>
            <a:r>
              <a:rPr sz="2000" dirty="0"/>
              <a:t> y </a:t>
            </a:r>
            <a:r>
              <a:rPr sz="2000" dirty="0" err="1"/>
              <a:t>evita</a:t>
            </a:r>
            <a:r>
              <a:rPr sz="2000" dirty="0"/>
              <a:t> que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datos</a:t>
            </a:r>
            <a:r>
              <a:rPr sz="2000" dirty="0"/>
              <a:t> </a:t>
            </a:r>
            <a:r>
              <a:rPr sz="2000" dirty="0" err="1"/>
              <a:t>importantes</a:t>
            </a:r>
            <a:r>
              <a:rPr sz="2000" dirty="0"/>
              <a:t> se </a:t>
            </a:r>
            <a:r>
              <a:rPr sz="2000" dirty="0" err="1"/>
              <a:t>registren</a:t>
            </a:r>
            <a:r>
              <a:rPr sz="2000" dirty="0"/>
              <a:t> de </a:t>
            </a:r>
            <a:r>
              <a:rPr sz="2000" dirty="0" err="1"/>
              <a:t>manera</a:t>
            </a:r>
            <a:r>
              <a:rPr sz="2000" dirty="0"/>
              <a:t> </a:t>
            </a:r>
            <a:r>
              <a:rPr sz="2000" dirty="0" err="1"/>
              <a:t>desordenada</a:t>
            </a:r>
            <a:r>
              <a:rPr sz="2000" dirty="0"/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sz="2000" dirty="0"/>
              <a:t>En un </a:t>
            </a:r>
            <a:r>
              <a:rPr sz="2000" dirty="0" err="1"/>
              <a:t>proyecto</a:t>
            </a:r>
            <a:r>
              <a:rPr sz="2000" dirty="0"/>
              <a:t> TI, </a:t>
            </a:r>
            <a:r>
              <a:rPr sz="2000" dirty="0" err="1"/>
              <a:t>contar</a:t>
            </a:r>
            <a:r>
              <a:rPr sz="2000" dirty="0"/>
              <a:t> con </a:t>
            </a:r>
            <a:r>
              <a:rPr sz="2000" dirty="0" err="1"/>
              <a:t>información</a:t>
            </a:r>
            <a:r>
              <a:rPr sz="2000" dirty="0"/>
              <a:t> </a:t>
            </a:r>
            <a:r>
              <a:rPr sz="2000" dirty="0" err="1"/>
              <a:t>organizada</a:t>
            </a:r>
            <a:r>
              <a:rPr sz="2000" dirty="0"/>
              <a:t> </a:t>
            </a:r>
            <a:r>
              <a:rPr sz="2000" dirty="0" err="1"/>
              <a:t>ayuda</a:t>
            </a:r>
            <a:r>
              <a:rPr sz="2000" dirty="0"/>
              <a:t> a </a:t>
            </a:r>
            <a:r>
              <a:rPr sz="2000" dirty="0" err="1"/>
              <a:t>consultar</a:t>
            </a:r>
            <a:r>
              <a:rPr sz="2000" dirty="0"/>
              <a:t> </a:t>
            </a:r>
            <a:r>
              <a:rPr sz="2000" dirty="0" err="1"/>
              <a:t>avances</a:t>
            </a:r>
            <a:r>
              <a:rPr sz="2000" dirty="0"/>
              <a:t>, </a:t>
            </a:r>
            <a:r>
              <a:rPr sz="2000" dirty="0" err="1"/>
              <a:t>responsables</a:t>
            </a:r>
            <a:r>
              <a:rPr sz="2000" dirty="0"/>
              <a:t>, </a:t>
            </a:r>
            <a:r>
              <a:rPr sz="2000" dirty="0" err="1"/>
              <a:t>fechas</a:t>
            </a:r>
            <a:r>
              <a:rPr sz="2000" dirty="0"/>
              <a:t>, </a:t>
            </a:r>
            <a:r>
              <a:rPr sz="2000" dirty="0" err="1"/>
              <a:t>recursos</a:t>
            </a:r>
            <a:r>
              <a:rPr sz="2000" dirty="0"/>
              <a:t> y </a:t>
            </a:r>
            <a:r>
              <a:rPr sz="2000" dirty="0" err="1"/>
              <a:t>observaciones</a:t>
            </a:r>
            <a:r>
              <a:rPr sz="2000" dirty="0"/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sz="2000" dirty="0" err="1"/>
              <a:t>Además</a:t>
            </a:r>
            <a:r>
              <a:rPr sz="2000" dirty="0"/>
              <a:t>,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formularios</a:t>
            </a:r>
            <a:r>
              <a:rPr sz="2000" dirty="0"/>
              <a:t> </a:t>
            </a:r>
            <a:r>
              <a:rPr sz="2000" dirty="0" err="1"/>
              <a:t>reúnen</a:t>
            </a:r>
            <a:r>
              <a:rPr sz="2000" dirty="0"/>
              <a:t> </a:t>
            </a:r>
            <a:r>
              <a:rPr sz="2000" dirty="0" err="1"/>
              <a:t>datos</a:t>
            </a:r>
            <a:r>
              <a:rPr sz="2000" dirty="0"/>
              <a:t> que </a:t>
            </a:r>
            <a:r>
              <a:rPr sz="2000" dirty="0" err="1"/>
              <a:t>pueden</a:t>
            </a:r>
            <a:r>
              <a:rPr sz="2000" dirty="0"/>
              <a:t> </a:t>
            </a:r>
            <a:r>
              <a:rPr sz="2000" dirty="0" err="1"/>
              <a:t>analizarse</a:t>
            </a:r>
            <a:r>
              <a:rPr sz="2000" dirty="0"/>
              <a:t> y </a:t>
            </a:r>
            <a:r>
              <a:rPr sz="2000" dirty="0" err="1"/>
              <a:t>utilizarse</a:t>
            </a:r>
            <a:r>
              <a:rPr sz="2000" dirty="0"/>
              <a:t> para </a:t>
            </a:r>
            <a:r>
              <a:rPr sz="2000" dirty="0" err="1"/>
              <a:t>dar</a:t>
            </a:r>
            <a:r>
              <a:rPr sz="2000" dirty="0"/>
              <a:t> </a:t>
            </a:r>
            <a:r>
              <a:rPr sz="2000" dirty="0" err="1"/>
              <a:t>seguimiento</a:t>
            </a:r>
            <a:r>
              <a:rPr sz="2000" dirty="0"/>
              <a:t> al </a:t>
            </a:r>
            <a:r>
              <a:rPr sz="2000" dirty="0" err="1"/>
              <a:t>proyecto</a:t>
            </a:r>
            <a:r>
              <a:rPr sz="2000" dirty="0"/>
              <a:t> y </a:t>
            </a:r>
            <a:r>
              <a:rPr sz="2000" dirty="0" err="1"/>
              <a:t>apoyar</a:t>
            </a:r>
            <a:r>
              <a:rPr sz="2000" dirty="0"/>
              <a:t> la </a:t>
            </a:r>
            <a:r>
              <a:rPr sz="2000" dirty="0" err="1"/>
              <a:t>toma</a:t>
            </a:r>
            <a:r>
              <a:rPr sz="2000" dirty="0"/>
              <a:t> de </a:t>
            </a:r>
            <a:r>
              <a:rPr sz="2000" dirty="0" err="1"/>
              <a:t>decisiones</a:t>
            </a:r>
            <a:r>
              <a:rPr sz="20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Objetivo de la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Identificar la función de los formularios dentro de la gestión de proyectos TI.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Reconocer los datos que pueden capturarse mediante un formulario de proyecto.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Organizar información de actividades, responsables, fechas, riesgos y observaciones.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Comprender cómo los formularios contribuyen al seguimiento y control de un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¿Qué es un formulario?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Un formulario es un medio estructurado para solicitar y registrar información mediante campos previamente definidos.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Puede contener campos de texto, fechas, listas de selección, opciones, cantidades, responsables y observaciones.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En la gestión de proyectos TI, su diseño debe ser claro para que la información registrada sea fácil de consultar, comparar y actualizar.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Formulario de datos del proyecto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86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Información registrada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Nombre del proyecto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Simulación del proceso de atención de un banco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Institución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Banco Bansiso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Área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Atención a clientes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Jhony Gomez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Simular llegadas, filas y atención en ventanillas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Ubicación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Frontera Comalapa, Chiapas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Formulario de actividades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Inicio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Análisis del proceso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Equipo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01/08/2026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07/08/2026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Pendiente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Llegada de clientes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Equipo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08/08/2026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14/08/2026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Pendiente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Formación de filas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Equipo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15/08/2026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21/08/2026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Pendiente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Atención en ventanillas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Equipo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22/08/2026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29/08/2026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Pendiente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Programación y simulación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Equipo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30/08/2026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07/09/2026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Pendiente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Pruebas y escenarios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Equipo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08/09/2026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16/09/2026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Pendiente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Resultados y documentación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Equipo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17/09/2026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23/09/2026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Pendiente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Formulario de riesgos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5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Riesgo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Probabilidad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Impacto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Respuesta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Proyecto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Retraso en actividades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Dar seguimiento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Técnico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Errores en el sistema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Alto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Realizar pruebas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Recursos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Falta de equipo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Baja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Medio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Verificar recursos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Legal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Uso no autorizado de información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Baja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Alto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Usar información autorizada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Natural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Sismo o tormenta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Baja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6504A"/>
                          </a:solidFill>
                        </a:rPr>
                        <a:t>Respaldar archivos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Formulario de recursos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53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Categoría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Recurso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Uso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Humano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Estudiantes / equipo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Planeación y desarrollo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Humano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Docente asesor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Orientación y revisión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Software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Herramientas de programación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Desarrollo y pruebas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Hardware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Computadora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Ejecución del proyecto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Servicios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Internet / almacenamiento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6504A"/>
                          </a:solidFill>
                        </a:rPr>
                        <a:t>Consulta y respaldos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Formulario de seguimiento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Fecha de revisión: identifica cuándo se actualizó la información.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Actividad revisada: indica el trabajo al que corresponde el seguimiento.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Porcentaje de avance: muestra el progreso registrado.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Observaciones: documenta problemas, cambios o situaciones encontradas.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Acción siguiente: establece qué debe realizarse después de la revisión.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Resultados de la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Se identificaron diferentes usos de los formularios dentro de un proyecto de TI.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Se organizaron datos relacionados con el proyecto, actividades, riesgos, recursos y seguimiento.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Los campos estructurados permiten registrar información de forma uniforme y facilitan su consulta.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Los formularios pueden complementar herramientas como cronogramas, WBS/EDT y matrices de riesgos.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t>• El registro periódico ayuda a mantener actualizado el estado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Cuadro comparativo de formularios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5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Formulario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Información principal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Utilidad</a:t>
                      </a:r>
                    </a:p>
                  </a:txBody>
                  <a:tcPr>
                    <a:solidFill>
                      <a:srgbClr val="2069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Datos del proyecto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Nombre, institución, responsable, 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Identificar el proyecto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Tareas, fechas, responsables, estado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Dar seguimiento al trabajo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Riesgos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Tipo, riesgo, probabilidad, impacto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Prevenir y responder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Recursos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Personas, software, hardware, servicios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Controlar recursos</a:t>
                      </a:r>
                    </a:p>
                  </a:txBody>
                  <a:tcPr anchor="ctr">
                    <a:solidFill>
                      <a:srgbClr val="E8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Seguimiento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Avance, observaciones y acciones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6504A"/>
                          </a:solidFill>
                        </a:rPr>
                        <a:t>Actualizar el estado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0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4630"/>
                </a:solidFill>
                <a:latin typeface="Aptos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263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dirty="0"/>
              <a:t>Los </a:t>
            </a:r>
            <a:r>
              <a:rPr dirty="0" err="1"/>
              <a:t>formularios</a:t>
            </a:r>
            <a:r>
              <a:rPr dirty="0"/>
              <a:t> son </a:t>
            </a:r>
            <a:r>
              <a:rPr dirty="0" err="1"/>
              <a:t>herramientas</a:t>
            </a:r>
            <a:r>
              <a:rPr dirty="0"/>
              <a:t> </a:t>
            </a:r>
            <a:r>
              <a:rPr dirty="0" err="1"/>
              <a:t>útiles</a:t>
            </a:r>
            <a:r>
              <a:rPr dirty="0"/>
              <a:t> para </a:t>
            </a:r>
            <a:r>
              <a:rPr dirty="0" err="1"/>
              <a:t>organizar</a:t>
            </a:r>
            <a:r>
              <a:rPr dirty="0"/>
              <a:t> y registrar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la </a:t>
            </a:r>
            <a:r>
              <a:rPr dirty="0" err="1"/>
              <a:t>gestión</a:t>
            </a:r>
            <a:r>
              <a:rPr dirty="0"/>
              <a:t> de un </a:t>
            </a:r>
            <a:r>
              <a:rPr dirty="0" err="1"/>
              <a:t>proyecto</a:t>
            </a:r>
            <a:r>
              <a:rPr dirty="0"/>
              <a:t> TI.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dirty="0"/>
              <a:t>Su </a:t>
            </a:r>
            <a:r>
              <a:rPr dirty="0" err="1"/>
              <a:t>estructura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reunir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actividades</a:t>
            </a:r>
            <a:r>
              <a:rPr dirty="0"/>
              <a:t>, </a:t>
            </a:r>
            <a:r>
              <a:rPr dirty="0" err="1"/>
              <a:t>recursos</a:t>
            </a:r>
            <a:r>
              <a:rPr dirty="0"/>
              <a:t>, </a:t>
            </a:r>
            <a:r>
              <a:rPr dirty="0" err="1"/>
              <a:t>riesgos</a:t>
            </a:r>
            <a:r>
              <a:rPr dirty="0"/>
              <a:t> y </a:t>
            </a:r>
            <a:r>
              <a:rPr dirty="0" err="1"/>
              <a:t>avances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dirty="0" err="1"/>
              <a:t>Cuando</a:t>
            </a:r>
            <a:r>
              <a:rPr dirty="0"/>
              <a:t> la </a:t>
            </a:r>
            <a:r>
              <a:rPr dirty="0" err="1"/>
              <a:t>información</a:t>
            </a:r>
            <a:r>
              <a:rPr dirty="0"/>
              <a:t> se </a:t>
            </a:r>
            <a:r>
              <a:rPr dirty="0" err="1"/>
              <a:t>registra</a:t>
            </a:r>
            <a:r>
              <a:rPr dirty="0"/>
              <a:t> de forma </a:t>
            </a:r>
            <a:r>
              <a:rPr dirty="0" err="1"/>
              <a:t>constante</a:t>
            </a:r>
            <a:r>
              <a:rPr dirty="0"/>
              <a:t> y </a:t>
            </a:r>
            <a:r>
              <a:rPr dirty="0" err="1"/>
              <a:t>ordenada</a:t>
            </a:r>
            <a:r>
              <a:rPr dirty="0"/>
              <a:t>, </a:t>
            </a:r>
            <a:r>
              <a:rPr dirty="0" err="1"/>
              <a:t>resulta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sencillo</a:t>
            </a:r>
            <a:r>
              <a:rPr dirty="0"/>
              <a:t> </a:t>
            </a:r>
            <a:r>
              <a:rPr dirty="0" err="1"/>
              <a:t>consultar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 y </a:t>
            </a: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situaciones</a:t>
            </a:r>
            <a:r>
              <a:rPr dirty="0"/>
              <a:t> que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atención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46504A"/>
                </a:solidFill>
                <a:latin typeface="Aptos"/>
              </a:defRPr>
            </a:pPr>
            <a:r>
              <a:rPr dirty="0"/>
              <a:t>Por lo tanto,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formularios</a:t>
            </a:r>
            <a:r>
              <a:rPr dirty="0"/>
              <a:t> </a:t>
            </a:r>
            <a:r>
              <a:rPr dirty="0" err="1"/>
              <a:t>apoyan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seguimiento</a:t>
            </a:r>
            <a:r>
              <a:rPr dirty="0"/>
              <a:t>, control y </a:t>
            </a:r>
            <a:r>
              <a:rPr dirty="0" err="1"/>
              <a:t>documentación</a:t>
            </a:r>
            <a:r>
              <a:rPr dirty="0"/>
              <a:t> de las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 de un </a:t>
            </a:r>
            <a:r>
              <a:rPr dirty="0" err="1"/>
              <a:t>proyecto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9B7E"/>
                </a:solidFill>
                <a:latin typeface="Aptos"/>
              </a:rPr>
              <a:t>Gestión de Proyectos TI • Reporte de práctica •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945</Words>
  <Application>Microsoft Office PowerPoint</Application>
  <PresentationFormat>Panorámica</PresentationFormat>
  <Paragraphs>193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</dc:creator>
  <cp:keywords/>
  <dc:description>generated using python-pptx</dc:description>
  <cp:lastModifiedBy>Jasmine Morales</cp:lastModifiedBy>
  <cp:revision>2</cp:revision>
  <dcterms:created xsi:type="dcterms:W3CDTF">2013-01-27T09:14:16Z</dcterms:created>
  <dcterms:modified xsi:type="dcterms:W3CDTF">2026-09-21T15:50:57Z</dcterms:modified>
  <cp:category/>
</cp:coreProperties>
</file>