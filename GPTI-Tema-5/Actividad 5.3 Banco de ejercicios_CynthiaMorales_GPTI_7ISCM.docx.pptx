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44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Instituto Tecnológico Frontera Comalapa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Modalidad mixta · Ingeniería en Sistemas Computacionales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 de ejercicios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ASIGNATURA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93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Gestión de Proyectos TI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SEMESTRE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3493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7mo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NÚM. DE CONTROL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44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231260014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NOMBRE DEL ALUMNO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4544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Morales Torres Cynthia Jasmine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DOCENTE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ING. Francisco Javier Velázquez Mingo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FECHA DE ENTREGA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Frontera Comalapa, Chiapas a 30 de </a:t>
            </a:r>
            <a:r>
              <a:rPr lang="en-US" sz="1700" dirty="0" err="1">
                <a:solidFill>
                  <a:schemeClr val="bg1"/>
                </a:solidFill>
              </a:rPr>
              <a:t>septiembre</a:t>
            </a:r>
            <a:r>
              <a:rPr lang="en-US" sz="1700" dirty="0">
                <a:solidFill>
                  <a:schemeClr val="bg1"/>
                </a:solidFill>
              </a:rPr>
              <a:t> de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Este banco reúne la información de la Unidad 5 aplicada a tres proyectos de simulación.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 consideran ProjectLibre (alternativa práctica a Microsoft Project), Jira y Trello.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propósito es mostrar cómo cada herramienta apoya la organización de actividades, responsables, avances y cambios.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 información se presenta de forma comparativa entre los tres proyectos.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La práctica acerca al estudiante a situaciones propias de un proyecto de TI real.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Convierte la planeación en cronogramas, actividades, recursos y mecanismos de seguimiento.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 y Trello permiten visualizar y registrar el trabajo; ProjectLibre representa el cronograma y sus dependencias.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control de cambios documenta las modificaciones y su impacto antes de continuar.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proyectos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Proyecto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Proceso simulado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Enfoque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Corona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Producción, inventario, ventas y distribución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Operativo y comercial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Fábrica de galletas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Mezclado, moldeado, horneado y empaque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Industrial y de manufactura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Banco Bansiso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Llegada, filas y atención en ventanillas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Servicio al cliente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3840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Corona: </a:t>
            </a:r>
            <a:r>
              <a:rPr lang="en-US" sz="1600" dirty="0">
                <a:solidFill>
                  <a:schemeClr val="tx1"/>
                </a:solidFill>
              </a:rPr>
              <a:t>simula producción de cerveza, inventario, ventas y distribución para analizar el proceso completo.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de galletas: </a:t>
            </a:r>
            <a:r>
              <a:rPr lang="en-US" sz="1600" dirty="0">
                <a:solidFill>
                  <a:schemeClr val="tx1"/>
                </a:solidFill>
              </a:rPr>
              <a:t>simula las estaciones de una línea de producción y mide galletas producidas, defectuosas y tiempo muerto.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Banco Bansiso: </a:t>
            </a:r>
            <a:r>
              <a:rPr lang="en-US" sz="1600" dirty="0">
                <a:solidFill>
                  <a:schemeClr val="tx1"/>
                </a:solidFill>
              </a:rPr>
              <a:t>representa clientes, filas y ventanillas para comparar configuraciones del servicio.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ProjectLibre: planeación y cronograma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trabajar con tareas, fechas, dependencias, recursos y diagrama de Gantt.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Corona: 7 actividades enlazadas, de objetivos y alcance a documentación.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Fábrica de galletas: 4 actividades, de la investigación a las pruebas y análisis.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Banco Bansiso: 6 actividades, de requerimientos a documentación.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1979c005-8b30-4e37-901b-4d8afab4bf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520" y="3429000"/>
            <a:ext cx="6370320" cy="2951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Jira: organización del trabajo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Organiza el trabajo con historias de usuario, prioridades, estimaciones, estados y sprints.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 los tres proyectos se prepararon 10 historias (30 en total).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Corona: SC-1 a SC-10, de los objetivos a la documentación.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Fábrica de galletas: historias de cada estación, panel de variables y dashboard de métricas.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Banco Bansiso: SBB-1 a SBB-10, de llegada y filas a informe final.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6f723049-1bf0-40b8-8c63-f15e8ad7b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20" y="3749040"/>
            <a:ext cx="7061200" cy="3090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Trello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4907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Flujo visual con las listas Por Hacer, En Proceso, En Revisión y Terminado.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Banco Bansiso: 6 tarjetas, una por actividad del cronograma, con fecha de vencimiento y lista.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64759"/>
              </p:ext>
            </p:extLst>
          </p:nvPr>
        </p:nvGraphicFramePr>
        <p:xfrm>
          <a:off x="5547360" y="1109601"/>
          <a:ext cx="64008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Herramienta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Uso principal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Ejemplo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Trello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Flujo visual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Tarjetas por actividad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Jira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Trabajo ágil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Historias, prioridades y sprints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ProjectLibre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Cronograma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Gantt y dependencias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Picture 25" descr="544cd142-7074-40c4-b91f-0ec91bb91f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60" y="3261361"/>
            <a:ext cx="7645400" cy="3537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en los tres proyectos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2377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Proyecto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ProjectLibre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Jira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Trello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Corona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 actividades y dependencias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historias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Fábrica de galletas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actividades y dependencias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historias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Banco Bansiso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 actividades y dependencias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historias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 tarjetas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206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</a:rPr>
              <a:t>Las herramientas no sustituyen el análisis del proyecto: lo organizan y facilitan su seguimiento. ProjectLibre se enfoca en el tiempo, Jira en el trabajo y Trello en el flujo visual.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640080" y="320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3" name="Subrayado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ProjectLibre, Jira y Trello organizaron la información de los tres proyectos desde perspectivas distintas.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ProjectLibre representó actividades, fechas, dependencias y recursos.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Jira estructuró el trabajo en historias con prioridad, puntos y estado.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Trello permitió ver el avance con tarjetas y listas.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El control de cambios y el seguimiento mantienen la planeación actualizada.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ionTI">
  <a:themeElements>
    <a:clrScheme name="GestionTI">
      <a:dk1>
        <a:srgbClr val="1F2937"/>
      </a:dk1>
      <a:lt1>
        <a:srgbClr val="FFFFFF"/>
      </a:lt1>
      <a:dk2>
        <a:srgbClr val="0F3D4C"/>
      </a:dk2>
      <a:lt2>
        <a:srgbClr val="EEF4F4"/>
      </a:lt2>
      <a:accent1>
        <a:srgbClr val="0E7C86"/>
      </a:accent1>
      <a:accent2>
        <a:srgbClr val="F59E0B"/>
      </a:accent2>
      <a:accent3>
        <a:srgbClr val="2563EB"/>
      </a:accent3>
      <a:accent4>
        <a:srgbClr val="16A34A"/>
      </a:accent4>
      <a:accent5>
        <a:srgbClr val="DC2626"/>
      </a:accent5>
      <a:accent6>
        <a:srgbClr val="6B7280"/>
      </a:accent6>
      <a:hlink>
        <a:srgbClr val="0E7C86"/>
      </a:hlink>
      <a:folHlink>
        <a:srgbClr val="6B7280"/>
      </a:folHlink>
    </a:clrScheme>
    <a:fontScheme name="GestionT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624</Words>
  <Application>Microsoft Office PowerPoint</Application>
  <PresentationFormat>Panorámica</PresentationFormat>
  <Paragraphs>108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GestionTI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ejercicios</dc:title>
  <dc:subject>PptxGenJS Presentation</dc:subject>
  <dc:creator>PptxGenJS</dc:creator>
  <cp:lastModifiedBy>Jasmine Morales</cp:lastModifiedBy>
  <cp:revision>2</cp:revision>
  <dcterms:created xsi:type="dcterms:W3CDTF">2026-10-03T21:04:16Z</dcterms:created>
  <dcterms:modified xsi:type="dcterms:W3CDTF">2026-10-03T22:36:35Z</dcterms:modified>
</cp:coreProperties>
</file>